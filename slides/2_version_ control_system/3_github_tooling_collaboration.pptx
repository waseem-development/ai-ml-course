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495544" y="868680"/>
            <a:ext cx="1188720" cy="118872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1051560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Tooling &amp; Collaboration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Remotes, Pull Requests, Issues, GUI Tools &amp; Your First Open-Source Contribution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55955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Hafiz Waseem Ahmed (Paxto)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8308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6002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to GitHub — remotes, clone, push, pull, fetch, and authentication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25856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2368296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44144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25856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tools — GitHub Desktop and Git inside VS Code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57200" y="2916936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15" name="Shape 10"/>
          <p:cNvSpPr/>
          <p:nvPr/>
        </p:nvSpPr>
        <p:spPr>
          <a:xfrm>
            <a:off x="685800" y="3026664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09981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29169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 — forks, Pull Requests, reviews, and Issues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457200" y="3575304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685032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75818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57530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workflows, and making your first real open-source contribution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457200" y="423367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61B22"/>
          </a:solidFill>
          <a:ln/>
        </p:spPr>
      </p:sp>
      <p:sp>
        <p:nvSpPr>
          <p:cNvPr id="23" name="Shape 16"/>
          <p:cNvSpPr/>
          <p:nvPr/>
        </p:nvSpPr>
        <p:spPr>
          <a:xfrm>
            <a:off x="685800" y="4343400"/>
            <a:ext cx="347472" cy="347472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165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34440" y="42336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and a mini project — a full fork-to-merge simulation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Code to GitHub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you’ve learned so far has stayed on your own machine — now Git talks to another computer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Remote?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under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nickname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is just a saved URL pointing to a copy of your repository hosted somewhere else — most commonly, on GitHub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is simply the conventional nickname Git gives the remote you originally cloned from — nothing more than a label, exactly like main is just a label for a branch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can have more than one remote, though most projects you’ll work on only ever need origin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your local repository changes by adding a remote — it just gives Git somewhere to push to and pull from, on request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Repo on GitHub &amp; Connecting It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creating a new, empty repository on GitHub’s website, you connect your existing local repository to it with git remote add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origin &lt;url&gt; saves that GitHub URL locally, under the nickname origin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 on your first push sets up tracking, so future git push and git pull commands know exactly where to go without repeating the branch name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https://github.com/waseem-development/my-project.git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-v         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confirm it was added correctly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https://github.com/.../my-project.git (fetch)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https://github.com/.../my-project.git (push)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first push, sets up tracking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an Existing Repository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&lt;url&gt; downloads a complete copy of a repository — every commit, every branch, the full history, not just the latest files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automatically sets up origin for you, already pointing back at exactly where you cloned from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almost always how you’ll start working on an existing project, rather than running git init yourself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https://github.com/waseem-development/my-project.git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Cloning into 'my-project'...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Enumerating objects: 142, done.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objects: 100% (142/142), done.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my-project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-v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origin is already set up for you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pull — The Everyday Commands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uploads your local commits to the remote — it’s how your work actually reaches GitHub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downloads new commits from the remote and merges them into your current branch, in one step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tracking is set up with -u, both commands work with no extra arguments needed for your everyday branch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        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upload your local commits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        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download + merge remote changes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feature-login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explicit form, useful for a new branch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   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explicit form, pulling a specific branch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vs. pull — What Actually Moves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087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origin/main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0" y="2011680"/>
            <a:ext cx="2377440" cy="0"/>
          </a:xfrm>
          <a:prstGeom prst="line">
            <a:avLst/>
          </a:prstGeom>
          <a:noFill/>
          <a:ln w="31750">
            <a:solidFill>
              <a:srgbClr val="F051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9344" y="1792224"/>
            <a:ext cx="438912" cy="438912"/>
          </a:xfrm>
          <a:prstGeom prst="ellipse">
            <a:avLst/>
          </a:prstGeom>
          <a:solidFill>
            <a:srgbClr val="F05133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98064" y="1792224"/>
            <a:ext cx="438912" cy="438912"/>
          </a:xfrm>
          <a:prstGeom prst="ellipse">
            <a:avLst/>
          </a:prstGeom>
          <a:solidFill>
            <a:srgbClr val="F05133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86784" y="1792224"/>
            <a:ext cx="438912" cy="438912"/>
          </a:xfrm>
          <a:prstGeom prst="ellipse">
            <a:avLst/>
          </a:prstGeom>
          <a:solidFill>
            <a:srgbClr val="F05133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8803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880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local: origin/main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828800" y="3383280"/>
            <a:ext cx="1188720" cy="0"/>
          </a:xfrm>
          <a:prstGeom prst="line">
            <a:avLst/>
          </a:prstGeom>
          <a:noFill/>
          <a:ln w="31750">
            <a:solidFill>
              <a:srgbClr val="8B949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09344" y="3163824"/>
            <a:ext cx="438912" cy="438912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98064" y="3163824"/>
            <a:ext cx="438912" cy="438912"/>
          </a:xfrm>
          <a:prstGeom prst="ellipse">
            <a:avLst/>
          </a:prstGeom>
          <a:solidFill>
            <a:srgbClr val="8B949E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25196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local: main (yours)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828800" y="4754880"/>
            <a:ext cx="1188720" cy="0"/>
          </a:xfrm>
          <a:prstGeom prst="line">
            <a:avLst/>
          </a:prstGeom>
          <a:noFill/>
          <a:ln w="31750">
            <a:solidFill>
              <a:srgbClr val="58A6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609344" y="4535424"/>
            <a:ext cx="438912" cy="43891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98064" y="4535424"/>
            <a:ext cx="438912" cy="438912"/>
          </a:xfrm>
          <a:prstGeom prst="ellipse">
            <a:avLst/>
          </a:prstGeom>
          <a:solidFill>
            <a:srgbClr val="58A6FF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17520" y="2286000"/>
            <a:ext cx="0" cy="82296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249631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3FB950"/>
          </a:solidFill>
          <a:ln/>
        </p:spPr>
      </p:sp>
      <p:sp>
        <p:nvSpPr>
          <p:cNvPr id="24" name="Text 21"/>
          <p:cNvSpPr/>
          <p:nvPr/>
        </p:nvSpPr>
        <p:spPr>
          <a:xfrm>
            <a:off x="3291840" y="2496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98064" y="3163824"/>
            <a:ext cx="438912" cy="438912"/>
          </a:xfrm>
          <a:prstGeom prst="ellipse">
            <a:avLst/>
          </a:prstGeom>
          <a:solidFill>
            <a:srgbClr val="3FB950"/>
          </a:solidFill>
          <a:ln w="25400">
            <a:solidFill>
              <a:srgbClr val="0D111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17520" y="3657600"/>
            <a:ext cx="0" cy="822960"/>
          </a:xfrm>
          <a:prstGeom prst="line">
            <a:avLst/>
          </a:prstGeom>
          <a:noFill/>
          <a:ln w="25400">
            <a:solidFill>
              <a:srgbClr val="58A6FF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3291840" y="386791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58A6FF"/>
          </a:solidFill>
          <a:ln/>
        </p:spPr>
      </p:sp>
      <p:sp>
        <p:nvSpPr>
          <p:cNvPr id="28" name="Text 25"/>
          <p:cNvSpPr/>
          <p:nvPr/>
        </p:nvSpPr>
        <p:spPr>
          <a:xfrm>
            <a:off x="3291840" y="3867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52160" y="1508760"/>
            <a:ext cx="5577840" cy="3703320"/>
          </a:xfrm>
          <a:prstGeom prst="roundRect">
            <a:avLst>
              <a:gd name="adj" fmla="val 3457"/>
            </a:avLst>
          </a:prstGeom>
          <a:ln w="25400">
            <a:solidFill>
              <a:srgbClr val="F05133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5852160" y="1508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A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 =  git fetch  +  git merge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172200" y="24688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downloads new commits into your local origin/main tracking branch — but your own main branch doesn’t move, and your files don’t change.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that fetch, then immediately merges those new commits into your current branch — your files update right away.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vs. SSH Authentication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you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uses your GitHub username and a personal access token — simple to set up, and works well behind most restrictive networks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uses a cryptographic key pair stored on your machine — once set up, it never asks for a password again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developers eventually switch to SSH for daily work, since it’s more convenient after the one-time setup — but both are completely valid choices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tell which one a repository is using just by looking at its URL: https://github.com/... vs. git@github.com:...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SSH Keys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ssh-keygen creates a matching pair of keys — a private key that stays secret on your machine, and a public key you share with GitHub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only ever needs your public key — pasted into your account settings, it can then verify your private key without ever seeing it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 up, cloning and pushing with an SSH URL never asks you to type a password again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ssh-keygen -t ed25519 -C "hafizwaseemahmed2002@gmail.com"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~/.ssh/id_ed25519 (private) and id_ed25519.pub (public)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~/.ssh/id_ed25519.pub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this entire output into GitHub → Settings → SSH Keys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 -T git@github.com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test the connection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waseem-development! You've successfully authenticated.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Remotes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empty repository on GitHub, connect a local project to it, and push your first commit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small public repository, and confirm origin was set up automatically with git remote -v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 on GitHub’s website directly, then locally run git fetch and confirm it did NOT change your files — only after git merge does it show up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SSH authentication on your own machine, and confirm it with ssh -T git@github.com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Tools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isn’t the only way to use Git — and knowing both makes you faster, not less skilled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GUI?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lens, not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shortcut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(graphical interface) shows you branches, diffs, and history visually — genuinely easier to read at a glance than scrolling terminal text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GUI is not "cheating" or a sign you don’t really know Git — professional developers move between the terminal and a GUI constantly, depending on the task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are simply faster visually — staging exactly half the lines in a file, or reviewing a complex diff, are classic examples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you’ve learned in these three decks still applies — a GUI is just running the exact same Git commands behind a friendlier screen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— A Focused, Beginner-Friendly Client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GitHub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 is a free app, made by GitHub itself, for cloning, committing, branching, and syncing repositories with a clean visual interface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area becomes genuinely visual — you check off exactly which changed files (or even which specific lines) belong in your next commit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your commit history as a clear, readable timeline, and makes creating and switching branches a couple of clicks instead of typed commands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great tool to reach for on days when you want to move fast without typing every command — knowing the terminal underneath still matters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 VS Code — The Source Control Panel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code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has Git support built in — no extension needed — accessible from the Source Control icon in the left sidebar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every changed file with a colored letter (M for modified, A for added, U for untracked), and lets you stage, commit, and push without leaving your editor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changed file opens a side-by-side diff view directly inside VS Code, with the same green/red coloring you already know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tight loop — edit code, glance at Source Control, stage, commit — is exactly how most professional developers actually work day to day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GUI Tools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Desktop, clone one of your existing repositories into it, and make a commit entirely through the GUI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project in VS Code, make a change, and stage and commit it using only the Source Control panel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diff view in VS Code to git diff in the terminal for the exact same change, side by side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using GitHub Desktop’s interface, and confirm it exists with git branch in the terminal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Collaboration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teams — and entire open-source communities — actually work on the same codebase together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vs. Clone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copy of a repository to your own machine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you already have permission to push directly — your own projects, or a team repository you’re a collaborator on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still only one repository on GitHub — you just have a local copy of it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your own independent COPY of someone else’s repository, on GitHub, under your own account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you don’t have permission to push directly — which is almost always true for open-source projects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then clone YOUR fork, make changes, and propose them back to the original via a Pull Request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Pull Request?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formal request asking a project’s maintainers to review and merge changes from one branch into another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a full diff of everything that would change, gives space for comments and discussion, and requires deliberate action to merge — nothing happens automatically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are the standard way real teams review code before it reaches an important branch like main, and the standard way open-source contributions get proposed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open a PR within the same repository between two branches, or across repositories, from your fork back to the original project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Pull Request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always starts the same way: commit your work on its own branch, then push that branch to GitHub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then shows an "open a pull request" prompt, or you can start one manually from the repository’s Pull Requests tab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 has a clear title, a description of what changed and why, and stays focused on one thing — easier to review, easier to merge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-c feature-dark-mode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...make changes, commit...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feature-dark-mode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GitHub: Compare &amp; pull request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Title:       Add dark mode toggle to settings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Description: Adds a persisted dark/light toggle, closes #34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Process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can leave comments on specific lines, ask questions, or suggest changes directly within the PR — all visible to anyone following along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reviewer’s response is usually one of three things: Approve, Comment, or Request Changes — each with a different effect on whether the PR is ready to merge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is completely normal — you push new commits to the same branch, and they automatically appear in the same, already-open PR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a maintainer merges the PR — usually with a single click — and the changes officially become part of the project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Conflict Inside a PR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main has moved forward since your branch diverged, GitHub will flag your PR as having a conflict, and block the merge until it’s resolved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exactly the same skill from the last deck — pull the latest main into your branch locally, resolve the conflict, and push again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updates automatically the moment you push — there’s no separate step needed on GitHub’s side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switch feature-dark-mode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      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bring in what changed, may conflict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...resolve the conflict by hand, exactly as in the last session...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"Merge main, resolve settings.py conflict"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open PR updates automatically — conflict is now resolved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— Tracking Work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todo list,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is a tracked item on GitHub — a bug report, a feature request, or a task — with its own discussion thread, labels, and assignee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give a project a visible, shared todo list — anyone can see what’s planned, what’s in progress, and what’s already been decided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Well-run projects expect contributors to open or claim an Issue before starting real work — it avoids two people accidentally building the exact same thing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like "good first issue" or "help wanted" are exactly how most people find their very first real open-source contribution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Issues to Commits and Pull Requests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recognizes specific keywords in a commit message or PR description, and automatically links them to an Issue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closes, fixes, and resolves (followed by #&lt;number&gt;) will automatically CLOSE that Issue the moment the PR is merged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a project’s history genuinely traceable — anyone can see exactly which change fixed which reported problem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"Fix crash when email field is empty, closes #34"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a PR description: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"This PR adds input validation. Closes #34, fixes #41."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Once this PR is merged, Issues #34 and #41 close automatically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Proper README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8288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is the very first thing anyone sees when they land on your repository — GitHub renders it automatically on the repo’s main page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useful README answers, in order: what does this project do, how do I install and run it, and how do I contribute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formatting (headers, code blocks, lists) makes it easy to read — the exact same Markdown you’ve likely already used elsewhere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0" y="1691640"/>
            <a:ext cx="6217920" cy="43434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965960"/>
            <a:ext cx="5577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Name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short, one-sentence description of what this project does.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Installation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https://github.com/you/project.git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Usage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Contributing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Collaboration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 small public repository, clone your fork, and confirm origin points at YOUR copy, not the original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from a branch back into main within one of your own repositories, and merge it through GitHub’s interface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Issue describing a small improvement, then open a PR whose description includes "closes #" and that Issue’s number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proper README.md for one of your existing projects, covering what it does, how to install it, and how to run it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Workflow &amp; Open Source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 piece from these three decks together, and making your first real contribution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Teams Structure Their Branches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Feature-Branch Workflow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work gets its own branch, off of main, named for what it does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happens in isolation until it’s ready, then it’s proposed back via a Pull Request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workflow you’ve been practicing across all three of these decks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385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 Development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commits small, frequent changes directly to main (the "trunk"), often multiple times a day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heavily on feature flags and strong automated testing to keep main always in a working state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common at larger, fast-moving teams — feature-branch is the better starting point while you’re still learning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Fork to Merged — The Full Flow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6518" y="2377440"/>
            <a:ext cx="585216" cy="58521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58" y="246888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Repo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else’s project on GitHub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22961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43078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978658" y="2377440"/>
            <a:ext cx="585216" cy="585216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098" y="246888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2222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Fork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54050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copy, on GitHub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11175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31292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0798" y="2377440"/>
            <a:ext cx="585216" cy="585216"/>
          </a:xfrm>
          <a:prstGeom prst="ellipse">
            <a:avLst/>
          </a:prstGeom>
          <a:solidFill>
            <a:srgbClr val="58A6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38" y="2468880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0436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Clone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42264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to your machine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99389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19506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8957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742938" y="2377440"/>
            <a:ext cx="585216" cy="585216"/>
          </a:xfrm>
          <a:prstGeom prst="ellipse">
            <a:avLst/>
          </a:prstGeom>
          <a:solidFill>
            <a:srgbClr val="8957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378" y="246888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8650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30478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changes, committed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87603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07720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25078" y="2377440"/>
            <a:ext cx="585216" cy="585216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518" y="2468880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6864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18692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pushed, then opened for review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975817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</a:rPr>
              <a:t>→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9959340" y="2103120"/>
            <a:ext cx="1680972" cy="2834640"/>
          </a:xfrm>
          <a:prstGeom prst="roundRect">
            <a:avLst>
              <a:gd name="adj" fmla="val 5440"/>
            </a:avLst>
          </a:prstGeom>
          <a:solidFill>
            <a:srgbClr val="161B22"/>
          </a:solidFill>
          <a:ln w="19050">
            <a:solidFill>
              <a:srgbClr val="F0513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0507218" y="2377440"/>
            <a:ext cx="585216" cy="58521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8658" y="2468880"/>
            <a:ext cx="402336" cy="40233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50780" y="3108960"/>
            <a:ext cx="14980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Merged!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10069068" y="3703320"/>
            <a:ext cx="14615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change is now part of the project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"Pull Request" happens on your own copy — nothing touches the original project until a maintainer reviews and merges your PR.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First Open-Source Contribution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useful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repositories with labels like "good first issue" — these are deliberately chosen by maintainers to be approachable for newcomers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project’s CONTRIBUTING.md if it has one — it usually explains exactly how that specific project expects contributions to be made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genuinely small — fixing a typo in documentation, or a small, well-defined bug, is a completely legitimate and valuable first contribution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skill from these three decks — branching, committing, forking, pull requests — is everything you actually need to do this today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Set — Modern Workflow &amp; Open Source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yourself first — no code shown, that's the point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35608" y="2423160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real, public repository on GitHub with issues labeled "good first issue," and read through three of them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00984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300984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real project’s CONTRIBUTING.md file, and summarize its expected workflow in your own words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178808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35608" y="4178808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when you’d recommend feature-branch workflow over trunk-based development to a small team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84048" cy="384048"/>
          </a:xfrm>
          <a:prstGeom prst="ellipse">
            <a:avLst/>
          </a:prstGeom>
          <a:solidFill>
            <a:srgbClr val="F05133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35608" y="5056632"/>
            <a:ext cx="9582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small, genuine improvement you could realistically make to a real open-source project this week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INDUSTRY-STYLE TASKS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Habits Every Real Contributor Relies 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toy examples — clean PRs, linked issues, and a real fork are everyday, real-world 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A: Remotes &amp; Push/Pull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 existing local repository to a brand-new GitHub repo, using -u to set up tracking on your first push.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second local folder, clone that same repository, make a change, and push it — then pull that change into your original folder.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SSH authentication from scratch on your own machine, and re-clone one repository using the SSH URL instead of HTTPS.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B: Pull Requests &amp; Issues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from a feature branch into main on one of your own repositories, write a clear description, and merge it.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create a conflicting PR, resolve the conflict locally, push again, and confirm the PR updates and becomes mergeable.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Issues describing small improvements, then close both automatically by referencing them in a single PR’s description.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Tasks — Part C: Open Source Contribution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600200"/>
            <a:ext cx="11274552" cy="448056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— do them in order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71600" y="2441448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44144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920240" y="24231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 small, real public repository, and clone your fork locally, confirming origin points at your own copy.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593592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57600"/>
            <a:ext cx="283464" cy="28346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71600" y="3611880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371600" y="361188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920240" y="3593592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proper README.md for one of your own projects, following the what/install/usage/contributing structure.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4764024"/>
            <a:ext cx="402336" cy="402336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828032"/>
            <a:ext cx="283464" cy="28346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71600" y="4782312"/>
            <a:ext cx="402336" cy="365760"/>
          </a:xfrm>
          <a:prstGeom prst="roundRect">
            <a:avLst>
              <a:gd name="adj" fmla="val 15000"/>
            </a:avLst>
          </a:prstGeom>
          <a:solidFill>
            <a:srgbClr val="1C2128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71600" y="4782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920240" y="4764024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realistic "good first issue" on a public repository, and write out the exact plan you’d follow to fix it and open a PR.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simulating the complete fork-to-merged-PR journey, from both sides of the table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Full Fork-to-Merge Simulation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08760" y="2194560"/>
            <a:ext cx="1554480" cy="155448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2423160"/>
            <a:ext cx="1088136" cy="1088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three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decks, combined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572000" y="1737360"/>
            <a:ext cx="7132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small "original" repository on GitHub with a basic README and one deliberate bug or missing feature, noted as an Issue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second GitHub account or a classmate’s repository, fork it, clone your fork, and fix the issue on a properly named feature branch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 and open a Pull Request back to the original repository, with a clear description that references and closes the Issue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the maintainer role, review the PR, request one small change, then approve and merge it once it’s updated — completing the full real-world loop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CodeByPaxto: The AI &amp; ML Playground  ·  Hafiz Waseem Ahmed (Paxto)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5669280" cy="5669280"/>
          </a:xfrm>
          <a:prstGeom prst="ellipse">
            <a:avLst/>
          </a:prstGeom>
          <a:solidFill>
            <a:srgbClr val="141920"/>
          </a:solidFill>
          <a:ln/>
        </p:spPr>
      </p:sp>
      <p:sp>
        <p:nvSpPr>
          <p:cNvPr id="4" name="Shape 2"/>
          <p:cNvSpPr/>
          <p:nvPr/>
        </p:nvSpPr>
        <p:spPr>
          <a:xfrm>
            <a:off x="5596128" y="731520"/>
            <a:ext cx="1005840" cy="1005840"/>
          </a:xfrm>
          <a:prstGeom prst="ellipse">
            <a:avLst/>
          </a:prstGeom>
          <a:solidFill>
            <a:srgbClr val="F051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877824"/>
            <a:ext cx="704088" cy="704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7A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manages your history. GitHub is where that history meets other people — forks, Pull Requests, and Issues are how real teams and open source actually work together.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63040" y="457200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 solo-to-team consolidation project, before we move into Phase 3 — Stats &amp; Math for Data Science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2026-08-16T07:50:03Z</dcterms:created>
  <dcterms:modified xsi:type="dcterms:W3CDTF">2026-08-16T07:50:03Z</dcterms:modified>
</cp:coreProperties>
</file>