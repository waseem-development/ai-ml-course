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495544" y="868680"/>
            <a:ext cx="1188720" cy="118872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1051560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Solo Workflow — Staging, Committing, and Undoing Mistakes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5595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Waseem Ahmed (Paxto)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Git exists — its history, and how it’s different from GitHub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25856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2368296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414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58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terminology — the exact vocabulary every command relies 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2916936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15" name="Shape 10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0998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9169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Git actually works behind the scenes — the three trees and the .git folder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3575304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758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5753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basics — init, add, commit, log, .gitignore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457200" y="423367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23" name="Shape 16"/>
          <p:cNvSpPr/>
          <p:nvPr/>
        </p:nvSpPr>
        <p:spPr>
          <a:xfrm>
            <a:off x="685800" y="4343400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165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mistakes safely — restore, reset, revert, amend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457200" y="489204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85800" y="5001768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07492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8920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and a mini project — a solo repository, start to finish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Git Exists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licensing dispute in 2005 led to the version control tool almost the entire software industry now runs 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History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days,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necessity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was created by Linus Torvalds — the same person who created Linux — in 2005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 team had been using a proprietary tool called BitKeeper to manage the kernel’s source code, since free tools of the time couldn’t handle a project that large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BitKeeper’s company revoked the community’s free license after a licensing dispute, Torvalds got angry — and decided to build a replacement himself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wrote the first working version of Git in about 10 days, and the Linux kernel switched to it almost immediately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vs. Distributed Version Control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(the old way)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central server holds the entire project history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operation — committing, viewing history — needs a network connection to that server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central server goes down, nobody can do much of anything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SVN and CVS worked this way — what Git was built to replace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(Git’s way)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clone contains the ENTIRE project history, not just the latest snapshot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branches, and history-browsing all happen locally — instantly, with no network needed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need the network when you specifically want to sync with someone else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let a globally distributed team like the Linux kernel’s actually work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vs. GitHub — A Quick Distinction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place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host it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version control tool itself — it runs entirely on your own computer, and works perfectly well with no internet connection at all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a company’s website that hosts Git repositories online, so people can share and collaborate on them — that’s it, nothing more magical than that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use Git for your entire life and never touch GitHub — plenty of solo developers do exactly that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whole deck is 100% about Git alone — GitHub gets its own dedicated deck once this foundation is solid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Git &amp; First-Time Setup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--version confirms Git is installed and shows which version you’re running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needs to know who you are before your very first commit — this identity gets permanently attached to every commit you make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applies this identity to every repository on your machine, so you only need to set it once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--version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2.43.0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"Hafiz Waseem Ahmed"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"hafizwaseemahmed2002@gmail.com"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--list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confirm your settings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user.name=Hafiz Waseem Ahmed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user.email=hafizwaseemahmed2002@gmail.com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Why Git Exists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on your machine (if you haven’t already) and confirm it with git --version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global user.name and user.email, then confirm both with git config --list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to a partner why a distributed system doesn’t depend on one central server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two things Git can do with no internet connection, and one thing that genuinely requires 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Terminology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vocabulary, defined once and clearly — so nothing later has to be explained twice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Terms — Part 1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8820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21762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03504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folder on your computer, with the real files you’re editing right now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88536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20156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79976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 (Index)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34840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zone where you list exactly which changes will go into your next commit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19872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51492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1762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1312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66176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saved, permanent history of every commit — stored inside the hidden .git folder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Terms — Part 2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8820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21762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03504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your project at one point in time, with a message describing what changed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88536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20156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79976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34840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line of development — a separate timeline you can work in without affecting others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19872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51492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1762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1312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66176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whichever commit you’re currently looking at — usually the tip of your current branch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Terms — Part 3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8820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16" y="21762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03504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of your repository hosted somewhere else — usually on a service like GitHub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88536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20156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21762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79976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34840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name Git gives to the remote you cloned from — just a convention, not a keyword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19872" y="150876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51492" y="2093976"/>
            <a:ext cx="548640" cy="5486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1762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1312" y="2715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 / Hash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66176" y="3099816"/>
            <a:ext cx="331927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fingerprint identifying every commit — no two commits ever share the same one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Terminology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looking back, explain the difference between the working directory and the staging area out loud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HEAD points to, and what happens to it every time you make a new commit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repository and a remote, in your own words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three terms working directory, staging area, and repository on paper, in the correct order, from memory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Behind the Scenes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 actually doing every time you run a command?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Trees Model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in a Git project moves through exactly three stages, in exactly this order: working directory, staging area, repository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file changes it in the working directory only — Git has noticed nothing official yet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moves that change into the staging area — "this is what I intend to save next"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takes everything in the staging area and permanently saves it into the repository as a new snapshot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Trees, Visualized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8820" y="2286000"/>
            <a:ext cx="731520" cy="73152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92" y="240487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" y="37490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files, as you edit them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977640" y="3154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5133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663440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20740" y="2286000"/>
            <a:ext cx="731520" cy="73152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92040" y="37490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zone for what will go into the next commit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909560" y="3154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5133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8595360" y="19659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52660" y="2286000"/>
            <a:ext cx="731520" cy="73152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240487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325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823960" y="37490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permanent, saved history of every commit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977640" y="5120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A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909560" y="5120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A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you make moves right, one deliberate step at a time — nothing reaches the repository by accident.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 Inside the .git Folder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Git repository has exactly one hidden .git folder at its root — this is the entire repository, not the visible files themselves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.git instantly and permanently destroys all of Git’s history for that project — the ordinary files remain, but every commit is gone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almost never touch anything inside .git by hand — but knowing it’s just a normal folder demystifies Git considerably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   README.md   main.py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.git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  config   objects/   refs/   index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objects/  -&gt; every snapshot Git has ever saved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refs/     -&gt; where your branches actually live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      -&gt; a pointer to your current position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Not Diffs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misconception: Git does NOT store a list of line-by-line changes between commits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a full snapshot of your entire project at that moment — Git is just smart enough to only store what actually changed, behind the scenes, for efficiency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Git stores — a file’s content, a folder structure, a commit — gets identified by a SHA-1 hash, a unique fingerprint of its exact content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cat-file -p HEAD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4b825dc642cb6eb9a060e54bf8d69288fbee4904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Hafiz Waseem Ahmed &lt;...&gt; 1723600000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login validation bug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commit is really just: a tree + metadata + a message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Commit Actually Points To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27448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05133"/>
          </a:solidFill>
          <a:ln/>
        </p:spPr>
      </p:sp>
      <p:sp>
        <p:nvSpPr>
          <p:cNvPr id="7" name="Text 4"/>
          <p:cNvSpPr/>
          <p:nvPr/>
        </p:nvSpPr>
        <p:spPr>
          <a:xfrm>
            <a:off x="4727448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a1b2c3d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2744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author + parent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99048" y="2560320"/>
            <a:ext cx="0" cy="7772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7448" y="333756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58A6FF"/>
          </a:solidFill>
          <a:ln/>
        </p:spPr>
      </p:sp>
      <p:sp>
        <p:nvSpPr>
          <p:cNvPr id="11" name="Text 8"/>
          <p:cNvSpPr/>
          <p:nvPr/>
        </p:nvSpPr>
        <p:spPr>
          <a:xfrm>
            <a:off x="4727448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27448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the folder structure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99048" y="4114800"/>
            <a:ext cx="0" cy="27432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99048" y="4389120"/>
            <a:ext cx="-3200400" cy="27432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09928" y="46634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09928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 —  main.py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9048" y="4389120"/>
            <a:ext cx="-457200" cy="27432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3128" y="46634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53128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 —  utils.py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99048" y="4389120"/>
            <a:ext cx="2286000" cy="27432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96328" y="46634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96328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 —  README.md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" y="5715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doesn’t store file-by-file changes — every commit points to a tree, and that tree points to the exact content of every file at that moment.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HEAD Really 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spot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simply a pointer to whichever commit you’re currently standing on — almost always the latest commit on your current branch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commit automatically moves HEAD forward to point at it — you never have to move it manually in normal use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single, simple idea — HEAD as a movable pointer — is exactly what makes switching branches and undoing commits possible, which you’ll see clearly in this deck and the next one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in Git feels confusing later, asking "where does HEAD point right now?" is almost always the fastest way to understand what’s happening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Behind the Scenes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ls -a inside a Git repository and confirm the .git folder is really there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why Git is described as storing "snapshots, not diffs"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would happen to your project’s history if you deleted the .git folder — and what would NOT be lost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HEAD points to right after you make a brand-new commit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Basics, Hands-On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commands — starting a repository, saving work, and reviewing history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&amp; git status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turns any ordinary folder into a Git repository, by creating that hidden .git folder inside 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is the command you’ll run more than any other — it tells you exactly what’s changed, and exactly what stage each change is at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constantly, especially while you’re still building your mental model — it never lies to you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/project/.git/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Changes with git add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moves a change from the working directory into the staging area — it does NOT save it permanently yet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stage one specific file, several files, or every changed file at once with a single command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is deliberate on purpose — it lets you build exactly the commit you want, even if you’ve changed five unrelated things at once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main.py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stage one specific file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main.py utils.py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stage several specific files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      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stage every changed file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file:   main.py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with git commit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permanently saves everything currently in the staging area as a new snapshot in your repository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lets you write the commit message directly in the command, instead of opening a separate editor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commit message describes WHY a change was made, in the present tense, briefly — "Fix login bug" reads far better six months later than "stuff" or "update"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user login validation"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a1b2c3d] Add user login validation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12 insertions(+)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Weak message: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"fixed stuff"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tells future-you nothing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Strong message: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"Fix crash when email field is empty"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&amp; git show — Viewing History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lists every commit on your current branch, most recent first, with its author, date, and message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--oneline compresses each commit down to one line — genuinely useful once a project has real history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&lt;hash&gt; displays the full details of one specific commit, including exactly what changed inside it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a1b2c3d4e5f6...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Hafiz Waseem Ahmed &lt;...&gt;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Fri Aug 14 10:32:01 2026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user login validation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Add user login validation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e5f6a7b Initial commit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a1b2c3d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— Seeing Exactly What Changed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(no arguments) shows every unstaged change — what’s different in your working directory since the last commit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--staged shows what’s already staged, waiting for your next commit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lines were added, red lines were removed — the same coloring you’ll see across every diff in Git and GitHub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--git a/main.py b/main.py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 -1,3 +1,3 @@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 greet(name):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print("Hi " + name)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print(f"Hi {name}!")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--staged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only what's already staged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What Shouldn’t Be Tracked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in a project folder belongs in version control — generated files, secrets, and huge dependency folders should never be committed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.gitignore file lists patterns of files and folders Git should simply never track, no matter how many times git add . is run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project has one — committing an API key or a node_modules folder by accident is a genuinely common, painful mistake this file prevents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Once listed, these are invisible to git status and git add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Empty Directories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files, not folders — a completely empty folder is invisible to Git and won’t be committed at all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surprises almost everyone the first time — you create an empty "logs" folder, commit, and it simply isn’t there for a teammate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workaround is a placeholder file, conventionally named .gitkeep, that gives the empty folder something to actually track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logs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"logs" doesn't appear anywhere — Git can't see an empty folder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logs/.gitkeep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logs/.gitkeep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"Add empty logs directory"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the folder structure survives a fresh clone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Uncommitted Changes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&lt;file&gt; discards uncommitted changes in the working directory, resetting a file back to how it was at the last commit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--staged &lt;file&gt; unstages a file without touching its actual content — it moves back from staged to just "changed"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only affect changes that haven’t been committed yet — once something is committed, undoing it needs a different tool entirely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restore main.py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discards uncommitted edits to main.py — back to last commit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main.py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restore --staged main.py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unstages it — the edit is still there, just not staged anymore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 — Rewinding Committed History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 moves HEAD (and your current branch) backward to an earlier commit — what happens to your files depends on which mode you choose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--soft keeps all your changes staged, ready to re-commit differently. --mixed (the default) keeps changes in your working directory, but unstaged. --hard discards them completely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--hard is genuinely destructive — any uncommitted work it removes is not recoverable through normal means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--soft HEAD~1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undo the commit, keep changes staged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HEAD~1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undo the commit, keep changes unstaged (default)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--hard HEAD~1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undo the commit AND discard the changes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HEAD~1 means "one commit before HEAD"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vs. revert — Two Different Philosophies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history backward — it rewrites what HEAD points to, as if the commit never happened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undoing recent, not-yet-shared mistakes on your own machine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shared history that others have already pulled causes real problems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brand-new commit that undoes the effect of an earlier one — history moves forward, nothing is erased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use on history that’s already been shared or pushed — nothing gets rewritten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standard, professional way to undo a mistake that’s already public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Amending a Commit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--amend replaces your most recent commit entirely — with a new message, additional staged changes, or both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useful for fixing a typo in a commit message, or realizing you forgot to stage one file, seconds after committing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reset, amending rewrites history — only amend a commit that hasn’t been shared with anyone else yet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"Fix bugg in login"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typo!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--amend -m "Fix bug in login"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replaces the last commit entirely, same position in history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forgotten_file.py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--amend --no-edit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add a file, keep the same message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Git Basics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folder, run git init, create a file, and make your very first commit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three more commits with clearly different, well-written messages, then review them with git log --oneline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.gitignore that excludes a fake secrets.env file, and confirm git status ignores it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commit, then practice undoing it three different ways: --soft, --mixed, and finally git revert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5934456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934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35608" y="5934456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 with a typo in the message, then fix it using --amend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Habits You’ll Actually Rely 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toy examples — clean history, safe undos, and a proper .gitignore are everyday, real-world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A: History, Terms &amp; Internals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in your own words, a two-sentence explanation of why Git was built, that you could say out loud to a non-technical friend.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label the three trees (working directory, staging area, repository) from memory, including which command moves data between each.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.git folder of a real repository and identify the objects/, refs/, and HEAD locations without being told where to look.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B: Staging, Committing &amp; History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new repository for a small script idea, and build a clean history of at least 5 meaningful, well-written commits.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.gitignore covering at least four different file/folder patterns relevant to a real Python project.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log --oneline and git show together to find and fully inspect one specific commit from your history.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C: Undoing Mistakes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file, then unstage it with git restore --staged, without losing your actual edits.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commit, undo it with git reset --soft, then re-commit it with a better message.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commit, then safely undo it with git revert instead — and explain out loud why revert was the safer choice here.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combining everything from this session, into a single clean, realistic repository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A Solo Project, Start to Finish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brand-new folder for any small script idea, run git init, and set up a proper .gitignore before your first commit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commit history of at least 8 commits, each with a clear, well-written message describing one meaningful change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make one bad commit along the way, then undo it — once with reset, and once (on a different mistake) with revert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by reviewing your entire history with git log --oneline and confirming it reads like a clear, honest story of how the project was built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snapshots, not files. Staging gives you control. Every mistake has a safe way back.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Branching &amp; Advanced Git — branches, merge conflicts, stash, tags, rebase, and reflog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2026-08-15T09:48:03Z</dcterms:created>
  <dcterms:modified xsi:type="dcterms:W3CDTF">2026-08-15T09:48:03Z</dcterms:modified>
</cp:coreProperties>
</file>