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E01226B-8ED0-40A0-B7B7-A5A88850245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C7199B-CD0E-44EA-84E5-0AB339018B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E5B2DA-A9C5-4BC3-B32C-47F8483BAB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1C2901-62D3-487D-83E3-A5ABD2966B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F1A802-C224-4B5C-B96D-D42F5D08E6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FF20B6-0ED0-4E0B-B327-98DB359239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3A846B-189C-4DC2-BF06-9432320802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C3BB85-6C0B-48AD-B34A-5FC57396AC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1B9C68-4EB8-412D-8FAD-D5AAA27492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C069C0-0A2D-4BF3-BE59-D9ECF3E50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F12359-EE0B-4E16-892D-F0B7586D00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4A25E6-EA23-4CFA-AE8D-A2887630BB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A1921D-0CC7-4074-A31C-EFB221EB18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D34201-9183-42D4-BC13-F3B7962A72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CC074A-48B1-4644-AD2A-D6ACE3ADD3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C83F26-AD5C-44B8-AF29-B9F352F244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5DBC4E-8D92-4EDF-889D-3B2BCDC3CB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99AF3C-E454-4502-B418-0E7F1DF8DF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A94FDA-979D-4DEF-895C-06F5B648AF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0708F1-1C1D-4BF5-BCE8-FA8E3760C3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460883-F831-4C15-A288-0499953533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4F9BE4-B70D-4AF2-AFE6-1A8900C3EF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0954D1-0D91-4CD3-9DC0-D26AACB700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921EE3-FF85-403A-AE6A-98467ABFF3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7AD9AB-39E1-4546-9729-48061CC3F1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5C60D5-9867-4B2C-8E45-542DF6FC6A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045DCD-4AC0-4D21-A151-7DA9E1F156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C2635A-A494-43D0-8C44-67419D638F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52785A-6C16-4FDF-B0A0-3DA181675D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F48514-7263-4811-B4F8-C3701709BE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7FA8E2-D6F1-4890-AF34-AEF41537B0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01E60D-D710-4DBE-9E29-EE5C2D2E04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CEA992-AAA0-4EB5-8EDC-555DA05434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CF17EC-8947-4E69-BCCB-D2BF0DD5DD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6B9569-57A0-4CC6-B5EC-EE7993E8A3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F52141-4764-4A99-A21F-8FCA352F67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21130B-3B2E-4BCC-BDD7-DB5C9A2230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C2095A-6C69-46E8-BAA2-F64426B446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0D8BCB-2E27-4CD9-8999-355620AC1E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CD4BCA-E4C4-47C0-AB1C-6818EDF577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B61193-6663-46DB-AE90-85F71ACD31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D729F6-74D8-4E05-ACB0-36D2B0D45D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679805-475C-42EA-AB13-C59229A01C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8C9950-F289-47E2-B7E2-A6A1B35F4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5BE517-2BED-4360-A600-2B702A3CDC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2E0845-2BE9-448B-855B-5FD34A33CD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CEC4BE-C1E2-411F-A730-6642D58A35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E3F773-B869-4399-B76D-F0844EC0BB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4C9751-B661-40E1-BFCC-BFFA6F0091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F84903-5758-45F1-A1AD-3531C10C32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76404F-F08E-42FF-91F1-776CE32AFF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8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8360" cy="11883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5803200" y="1710000"/>
            <a:ext cx="585000" cy="585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2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Object-Oriented Programming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10680" cy="31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2"/>
          <a:stretch/>
        </p:blipFill>
        <p:spPr>
          <a:xfrm>
            <a:off x="617040" y="146448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17040" y="209880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10680" cy="31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4"/>
          <a:stretch/>
        </p:blipFill>
        <p:spPr>
          <a:xfrm>
            <a:off x="617040" y="273348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5"/>
          <a:stretch/>
        </p:blipFill>
        <p:spPr>
          <a:xfrm>
            <a:off x="617040" y="336780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10680" cy="31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6"/>
          <a:stretch/>
        </p:blipFill>
        <p:spPr>
          <a:xfrm>
            <a:off x="617040" y="400212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7"/>
          <a:stretch/>
        </p:blipFill>
        <p:spPr>
          <a:xfrm>
            <a:off x="617040" y="463644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10680" cy="310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8"/>
          <a:stretch/>
        </p:blipFill>
        <p:spPr>
          <a:xfrm>
            <a:off x="617040" y="527076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9"/>
          <a:stretch/>
        </p:blipFill>
        <p:spPr>
          <a:xfrm>
            <a:off x="617040" y="5905080"/>
            <a:ext cx="173880" cy="17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81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</a:t>
            </a: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dog.bark() instead of bark(dog_dict)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4000" cy="51202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5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86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4000" cy="51202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5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86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defines both the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the behavior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together, in one place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 = Dog("Rex", 100)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creates an object that owns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own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rex.bark() can only ever act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on rex’s own data — there’s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 dictionary to mix up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behavior stay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physically next to each </a:t>
            </a: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other as the program grows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4440" cy="512028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6880" cy="776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2"/>
          <a:stretch/>
        </p:blipFill>
        <p:spPr>
          <a:xfrm>
            <a:off x="209916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7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4440" cy="512028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6880" cy="776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3"/>
          <a:stretch/>
        </p:blipFill>
        <p:spPr>
          <a:xfrm>
            <a:off x="590400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7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4440" cy="512028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6880" cy="77688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4"/>
          <a:stretch/>
        </p:blipFill>
        <p:spPr>
          <a:xfrm>
            <a:off x="970848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8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7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defines what data and behavior every object built from it will have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isn’t a house you can live in — a class isn’t something you use directly either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instance) is one actual thing built from that blueprint — with its own real values filled 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objects as you want from one class, and each one is independent of the others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definition — by convention, class names are CapitalizedLikeThis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a function to create a new object — this is called instantiation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already know — rex really is a Dog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__init__ is a special method that runs automatically every time a new object is created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breed):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self.breed = breed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print(rex.breed)    # Labrador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4120" cy="14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__init__ literally means "store this value on this specific object"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"args") — what matters is its position as the first parameter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4120" cy="349272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4040" cy="31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Class Is a Blueprint — Objects Are the Real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5720" cy="292572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8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3640" cy="84096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3760" cy="38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4636080" y="194760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e = 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"Rex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"   ·   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bree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d = 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"Lab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rado</a:t>
            </a: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3640" cy="84096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3760" cy="38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3"/>
          <a:stretch/>
        </p:blipFill>
        <p:spPr>
          <a:xfrm>
            <a:off x="4636080" y="304488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3640" cy="84096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3760" cy="38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4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4000" cy="51202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5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86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4000" cy="51202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5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86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inside the class body, outside any method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object built from that class — one copy, not one per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constants or defaults every instance should share, like species = "Canine"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4120" cy="51202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3320" cy="51202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6880" cy="776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62324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612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3320" cy="51202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6880" cy="776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3"/>
          <a:stretch/>
        </p:blipFill>
        <p:spPr>
          <a:xfrm>
            <a:off x="447696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612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3320" cy="51202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6880" cy="77688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733068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612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3320" cy="512028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6880" cy="776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5"/>
          <a:stretch/>
        </p:blipFill>
        <p:spPr>
          <a:xfrm>
            <a:off x="10184400" y="179208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7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612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directly — changes should only happen through controlled methods like withdraw()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Account("Ahmed", 1000)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acc.owner          # "Ahmed" — fine, it's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       # works, but signals "you shouldn't"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acc.__pin          # AttributeError — mangled to _Account__pin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4120" cy="51202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(from the abc module) let you define a class that can’t be used directly — only 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implement every abstract method, or Python refuses 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"shape" in a program has an area() method, without dictating how each one 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Shape(ABC):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    # no implementation — subclasses must provide one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 = Shape()   # TypeError — can't instantiate an ABC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Circle(Shape):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radius):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self.radius = radius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3.14159 * self.radius ** 2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Circle(3).area()   # 28.27...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4120" cy="51202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2760" cy="68544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2760" cy="68544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2760" cy="68544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2760" cy="68544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51400" cy="315432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8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89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8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inherit from more than one parent at once — class 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defines the same method, Python resolves the conflict using its Method Resolution 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search order yourself with ClassName.__mro__ — useful whenever behavior 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4120" cy="51202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 an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Emp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loye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with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nam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and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sala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ry,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then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Man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ager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subc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lass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addi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ng a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tea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m_si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ze 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attri</a:t>
            </a: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4400" cy="10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area() method — but each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calculates it completely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 of shape it has — it just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trusts that .area() exists and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polymorphism: code that’s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written once and works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correctly for classes that don’t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Python’s Real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4120" cy="51202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vs. @staticmethod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4000" cy="51202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2"/>
          <a:stretch/>
        </p:blipFill>
        <p:spPr>
          <a:xfrm>
            <a:off x="923400" y="1609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5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86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4000" cy="512028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5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86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412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4120" cy="378540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4040" cy="34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4120" cy="512028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10680" cy="310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44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3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4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4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4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4120" cy="145980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2320" cy="2923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2520" cy="18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25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3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</a:t>
            </a: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all four pillars, and Python-</a:t>
            </a: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specific OOP details into one </a:t>
            </a: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3760" cy="38376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9240" cy="2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5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5760" cy="512028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51200" cy="1051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9920" cy="52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8000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65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4040" cy="9140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848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548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5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2026-08-14T06:03:23Z</dcterms:created>
  <dc:creator>PptxGenJS</dc:creator>
  <dc:description/>
  <dc:language>en-US</dc:language>
  <cp:lastModifiedBy/>
  <dcterms:modified xsi:type="dcterms:W3CDTF">2026-08-14T11:10:46Z</dcterms:modified>
  <cp:revision>15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On-screen Show (16:9)</vt:lpwstr>
  </property>
  <property fmtid="{D5CDD505-2E9C-101B-9397-08002B2CF9AE}" pid="4" name="Slides">
    <vt:i4>50</vt:i4>
  </property>
</Properties>
</file>