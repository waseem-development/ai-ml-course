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slides/slide29.xml" ContentType="application/vnd.openxmlformats-officedocument.presentationml.slide+xml"/>
  <Override PartName="/ppt/slides/slide26.xml" ContentType="application/vnd.openxmlformats-officedocument.presentationml.slide+xml"/>
  <Override PartName="/ppt/slides/slide14.xml" ContentType="application/vnd.openxmlformats-officedocument.presentationml.slide+xml"/>
  <Override PartName="/ppt/slides/slide6.xml" ContentType="application/vnd.openxmlformats-officedocument.presentationml.slide+xml"/>
  <Override PartName="/ppt/slides/slide15.xml" ContentType="application/vnd.openxmlformats-officedocument.presentationml.slide+xml"/>
  <Override PartName="/ppt/slides/slide7.xml" ContentType="application/vnd.openxmlformats-officedocument.presentationml.slide+xml"/>
  <Override PartName="/ppt/slides/slide1.xml" ContentType="application/vnd.openxmlformats-officedocument.presentationml.slide+xml"/>
  <Override PartName="/ppt/slides/slide8.xml" ContentType="application/vnd.openxmlformats-officedocument.presentationml.slide+xml"/>
  <Override PartName="/ppt/slides/slide10.xml" ContentType="application/vnd.openxmlformats-officedocument.presentationml.slide+xml"/>
  <Override PartName="/ppt/slides/slide17.xml" ContentType="application/vnd.openxmlformats-officedocument.presentationml.slide+xml"/>
  <Override PartName="/ppt/slides/slide9.xml" ContentType="application/vnd.openxmlformats-officedocument.presentationml.slide+xml"/>
  <Override PartName="/ppt/slides/slide3.xml" ContentType="application/vnd.openxmlformats-officedocument.presentationml.slide+xml"/>
  <Override PartName="/ppt/slides/slide20.xml" ContentType="application/vnd.openxmlformats-officedocument.presentationml.slide+xml"/>
  <Override PartName="/ppt/slides/slide34.xml" ContentType="application/vnd.openxmlformats-officedocument.presentationml.slide+xml"/>
  <Override PartName="/ppt/slides/slide36.xml" ContentType="application/vnd.openxmlformats-officedocument.presentationml.slide+xml"/>
  <Override PartName="/ppt/slides/slide16.xml" ContentType="application/vnd.openxmlformats-officedocument.presentationml.slide+xml"/>
  <Override PartName="/ppt/slides/slide40.xml" ContentType="application/vnd.openxmlformats-officedocument.presentationml.slide+xml"/>
  <Override PartName="/ppt/slides/slide2.xml" ContentType="application/vnd.openxmlformats-officedocument.presentationml.slide+xml"/>
  <Override PartName="/ppt/slides/slide23.xml" ContentType="application/vnd.openxmlformats-officedocument.presentationml.slide+xml"/>
  <Override PartName="/ppt/slides/slide5.xml" ContentType="application/vnd.openxmlformats-officedocument.presentationml.slide+xml"/>
  <Override PartName="/ppt/slides/slide49.xml" ContentType="application/vnd.openxmlformats-officedocument.presentationml.slide+xml"/>
  <Override PartName="/ppt/slides/slide27.xml" ContentType="application/vnd.openxmlformats-officedocument.presentationml.slide+xml"/>
  <Override PartName="/ppt/slides/slide46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18.xml" ContentType="application/vnd.openxmlformats-officedocument.presentationml.slide+xml"/>
  <Override PartName="/ppt/slides/slide41.xml" ContentType="application/vnd.openxmlformats-officedocument.presentationml.slide+xml"/>
  <Override PartName="/ppt/slides/slide35.xml" ContentType="application/vnd.openxmlformats-officedocument.presentationml.slide+xml"/>
  <Override PartName="/ppt/slides/slide38.xml" ContentType="application/vnd.openxmlformats-officedocument.presentationml.slide+xml"/>
  <Override PartName="/ppt/slides/slide4.xml" ContentType="application/vnd.openxmlformats-officedocument.presentationml.slide+xml"/>
  <Override PartName="/ppt/slides/slide11.xml" ContentType="application/vnd.openxmlformats-officedocument.presentationml.slide+xml"/>
  <Override PartName="/ppt/slides/slide13.xml" ContentType="application/vnd.openxmlformats-officedocument.presentationml.slide+xml"/>
  <Override PartName="/ppt/slides/slide45.xml" ContentType="application/vnd.openxmlformats-officedocument.presentationml.slide+xml"/>
  <Override PartName="/ppt/slides/slide47.xml" ContentType="application/vnd.openxmlformats-officedocument.presentationml.slide+xml"/>
  <Override PartName="/ppt/slides/slide37.xml" ContentType="application/vnd.openxmlformats-officedocument.presentationml.slide+xml"/>
  <Override PartName="/ppt/slides/slide50.xml" ContentType="application/vnd.openxmlformats-officedocument.presentationml.slide+xml"/>
  <Override PartName="/ppt/slides/slide33.xml" ContentType="application/vnd.openxmlformats-officedocument.presentationml.slide+xml"/>
  <Override PartName="/ppt/slides/slide32.xml" ContentType="application/vnd.openxmlformats-officedocument.presentationml.slide+xml"/>
  <Override PartName="/ppt/slides/slide48.xml" ContentType="application/vnd.openxmlformats-officedocument.presentationml.slide+xml"/>
  <Override PartName="/ppt/slides/slide39.xml" ContentType="application/vnd.openxmlformats-officedocument.presentationml.slide+xml"/>
  <Override PartName="/ppt/slides/slide31.xml" ContentType="application/vnd.openxmlformats-officedocument.presentationml.slide+xml"/>
  <Override PartName="/ppt/slides/slide30.xml" ContentType="application/vnd.openxmlformats-officedocument.presentationml.slide+xml"/>
  <Override PartName="/ppt/slides/slide22.xml" ContentType="application/vnd.openxmlformats-officedocument.presentationml.slide+xml"/>
  <Override PartName="/ppt/slides/slide25.xml" ContentType="application/vnd.openxmlformats-officedocument.presentationml.slide+xml"/>
  <Override PartName="/ppt/slides/slide21.xml" ContentType="application/vnd.openxmlformats-officedocument.presentationml.slide+xml"/>
  <Override PartName="/ppt/slides/slide24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42.xml" ContentType="application/vnd.openxmlformats-officedocument.presentationml.slide+xml"/>
  <Override PartName="/ppt/slides/slide12.xml" ContentType="application/vnd.openxmlformats-officedocument.presentationml.slide+xml"/>
  <Override PartName="/ppt/notesSlides/notesSlide26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28.xml" ContentType="application/vnd.openxmlformats-officedocument.presentationml.notesSlide+xml"/>
</Types>
</file>

<file path=_rels/.rels><?xml version="1.0" encoding="UTF-8"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3" Type="http://schemas.openxmlformats.org/officeDocument/2006/relationships/custom-properties" Target="docProps/custom.xml"/><Relationship Id="rId4" Type="http://schemas.openxmlformats.org/officeDocument/2006/relationships/officeDocument" Target="ppt/presentation.xml"/>
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sldMasterIdLst>
    <p:sldMasterId id="2147483648" r:id="rId2"/>
  </p:sldMasterIdLst>
  <p:notesMasterIdLst>
    <p:notesMasterId r:id="rId3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  <p:sldId id="264" r:id="rId12"/>
    <p:sldId id="265" r:id="rId13"/>
    <p:sldId id="266" r:id="rId14"/>
    <p:sldId id="267" r:id="rId15"/>
    <p:sldId id="268" r:id="rId16"/>
    <p:sldId id="269" r:id="rId17"/>
    <p:sldId id="270" r:id="rId18"/>
    <p:sldId id="271" r:id="rId19"/>
    <p:sldId id="272" r:id="rId20"/>
    <p:sldId id="273" r:id="rId21"/>
    <p:sldId id="274" r:id="rId22"/>
    <p:sldId id="275" r:id="rId23"/>
    <p:sldId id="276" r:id="rId24"/>
    <p:sldId id="277" r:id="rId25"/>
    <p:sldId id="278" r:id="rId26"/>
    <p:sldId id="279" r:id="rId27"/>
    <p:sldId id="280" r:id="rId28"/>
    <p:sldId id="281" r:id="rId29"/>
    <p:sldId id="282" r:id="rId30"/>
    <p:sldId id="283" r:id="rId31"/>
    <p:sldId id="284" r:id="rId32"/>
    <p:sldId id="285" r:id="rId33"/>
    <p:sldId id="286" r:id="rId34"/>
    <p:sldId id="287" r:id="rId35"/>
    <p:sldId id="288" r:id="rId36"/>
    <p:sldId id="289" r:id="rId37"/>
    <p:sldId id="290" r:id="rId38"/>
    <p:sldId id="291" r:id="rId39"/>
    <p:sldId id="292" r:id="rId40"/>
    <p:sldId id="293" r:id="rId41"/>
    <p:sldId id="294" r:id="rId42"/>
    <p:sldId id="295" r:id="rId43"/>
    <p:sldId id="296" r:id="rId44"/>
    <p:sldId id="297" r:id="rId45"/>
    <p:sldId id="298" r:id="rId46"/>
    <p:sldId id="299" r:id="rId47"/>
    <p:sldId id="300" r:id="rId48"/>
    <p:sldId id="301" r:id="rId49"/>
    <p:sldId id="302" r:id="rId50"/>
    <p:sldId id="303" r:id="rId51"/>
    <p:sldId id="304" r:id="rId52"/>
    <p:sldId id="305" r:id="rId53"/>
  </p:sldIdLst>
  <p:sldSz cx="12192000" cy="6858000"/>
  <p:notesSz cx="6858000" cy="12192000"/>
</p:presentation>
</file>

<file path=ppt/presProps.xml><?xml version="1.0" encoding="utf-8"?>
<p:presentationPr xmlns:a="http://schemas.openxmlformats.org/drawingml/2006/main" xmlns:p="http://schemas.openxmlformats.org/presentationml/2006/main" xmlns:r="http://schemas.openxmlformats.org/officeDocument/2006/relationships">
  <p:showPr showNarration="1"/>
</p:presentationPr>
</file>

<file path=ppt/_rels/presentation.xml.rels><?xml version="1.0" encoding="UTF-8"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slideMaster" Target="slideMasters/slideMaster1.xml"/><Relationship Id="rId3" Type="http://schemas.openxmlformats.org/officeDocument/2006/relationships/notesMaster" Target="notesMasters/notesMaster1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slide" Target="slides/slide9.xml"/><Relationship Id="rId13" Type="http://schemas.openxmlformats.org/officeDocument/2006/relationships/slide" Target="slides/slide10.xml"/><Relationship Id="rId14" Type="http://schemas.openxmlformats.org/officeDocument/2006/relationships/slide" Target="slides/slide11.xml"/><Relationship Id="rId15" Type="http://schemas.openxmlformats.org/officeDocument/2006/relationships/slide" Target="slides/slide12.xml"/><Relationship Id="rId16" Type="http://schemas.openxmlformats.org/officeDocument/2006/relationships/slide" Target="slides/slide13.xml"/><Relationship Id="rId17" Type="http://schemas.openxmlformats.org/officeDocument/2006/relationships/slide" Target="slides/slide14.xml"/><Relationship Id="rId18" Type="http://schemas.openxmlformats.org/officeDocument/2006/relationships/slide" Target="slides/slide15.xml"/><Relationship Id="rId19" Type="http://schemas.openxmlformats.org/officeDocument/2006/relationships/slide" Target="slides/slide16.xml"/><Relationship Id="rId20" Type="http://schemas.openxmlformats.org/officeDocument/2006/relationships/slide" Target="slides/slide17.xml"/><Relationship Id="rId21" Type="http://schemas.openxmlformats.org/officeDocument/2006/relationships/slide" Target="slides/slide18.xml"/><Relationship Id="rId22" Type="http://schemas.openxmlformats.org/officeDocument/2006/relationships/slide" Target="slides/slide19.xml"/><Relationship Id="rId23" Type="http://schemas.openxmlformats.org/officeDocument/2006/relationships/slide" Target="slides/slide20.xml"/><Relationship Id="rId24" Type="http://schemas.openxmlformats.org/officeDocument/2006/relationships/slide" Target="slides/slide21.xml"/><Relationship Id="rId25" Type="http://schemas.openxmlformats.org/officeDocument/2006/relationships/slide" Target="slides/slide22.xml"/><Relationship Id="rId26" Type="http://schemas.openxmlformats.org/officeDocument/2006/relationships/slide" Target="slides/slide23.xml"/><Relationship Id="rId27" Type="http://schemas.openxmlformats.org/officeDocument/2006/relationships/slide" Target="slides/slide24.xml"/><Relationship Id="rId28" Type="http://schemas.openxmlformats.org/officeDocument/2006/relationships/slide" Target="slides/slide25.xml"/><Relationship Id="rId29" Type="http://schemas.openxmlformats.org/officeDocument/2006/relationships/slide" Target="slides/slide26.xml"/><Relationship Id="rId30" Type="http://schemas.openxmlformats.org/officeDocument/2006/relationships/slide" Target="slides/slide27.xml"/><Relationship Id="rId31" Type="http://schemas.openxmlformats.org/officeDocument/2006/relationships/slide" Target="slides/slide28.xml"/><Relationship Id="rId32" Type="http://schemas.openxmlformats.org/officeDocument/2006/relationships/slide" Target="slides/slide29.xml"/><Relationship Id="rId33" Type="http://schemas.openxmlformats.org/officeDocument/2006/relationships/slide" Target="slides/slide30.xml"/><Relationship Id="rId34" Type="http://schemas.openxmlformats.org/officeDocument/2006/relationships/slide" Target="slides/slide31.xml"/><Relationship Id="rId35" Type="http://schemas.openxmlformats.org/officeDocument/2006/relationships/slide" Target="slides/slide32.xml"/><Relationship Id="rId36" Type="http://schemas.openxmlformats.org/officeDocument/2006/relationships/slide" Target="slides/slide33.xml"/><Relationship Id="rId37" Type="http://schemas.openxmlformats.org/officeDocument/2006/relationships/slide" Target="slides/slide34.xml"/><Relationship Id="rId38" Type="http://schemas.openxmlformats.org/officeDocument/2006/relationships/slide" Target="slides/slide35.xml"/><Relationship Id="rId39" Type="http://schemas.openxmlformats.org/officeDocument/2006/relationships/slide" Target="slides/slide36.xml"/><Relationship Id="rId40" Type="http://schemas.openxmlformats.org/officeDocument/2006/relationships/slide" Target="slides/slide37.xml"/><Relationship Id="rId41" Type="http://schemas.openxmlformats.org/officeDocument/2006/relationships/slide" Target="slides/slide38.xml"/><Relationship Id="rId42" Type="http://schemas.openxmlformats.org/officeDocument/2006/relationships/slide" Target="slides/slide39.xml"/><Relationship Id="rId43" Type="http://schemas.openxmlformats.org/officeDocument/2006/relationships/slide" Target="slides/slide40.xml"/><Relationship Id="rId44" Type="http://schemas.openxmlformats.org/officeDocument/2006/relationships/slide" Target="slides/slide41.xml"/><Relationship Id="rId45" Type="http://schemas.openxmlformats.org/officeDocument/2006/relationships/slide" Target="slides/slide42.xml"/><Relationship Id="rId46" Type="http://schemas.openxmlformats.org/officeDocument/2006/relationships/slide" Target="slides/slide43.xml"/><Relationship Id="rId47" Type="http://schemas.openxmlformats.org/officeDocument/2006/relationships/slide" Target="slides/slide44.xml"/><Relationship Id="rId48" Type="http://schemas.openxmlformats.org/officeDocument/2006/relationships/slide" Target="slides/slide45.xml"/><Relationship Id="rId49" Type="http://schemas.openxmlformats.org/officeDocument/2006/relationships/slide" Target="slides/slide46.xml"/><Relationship Id="rId50" Type="http://schemas.openxmlformats.org/officeDocument/2006/relationships/slide" Target="slides/slide47.xml"/><Relationship Id="rId51" Type="http://schemas.openxmlformats.org/officeDocument/2006/relationships/slide" Target="slides/slide48.xml"/><Relationship Id="rId52" Type="http://schemas.openxmlformats.org/officeDocument/2006/relationships/slide" Target="slides/slide49.xml"/><Relationship Id="rId53" Type="http://schemas.openxmlformats.org/officeDocument/2006/relationships/slide" Target="slides/slide50.xml"/><Relationship Id="rId54" Type="http://schemas.openxmlformats.org/officeDocument/2006/relationships/presProps" Target="presProps.xml"/>
</Relationships>
</file>

<file path=ppt/notesMasters/_rels/notesMaster1.xml.rels><?xml version="1.0" encoding="UTF-8"?>
<Relationships xmlns="http://schemas.openxmlformats.org/package/2006/relationships"><Relationship Id="rId1" Type="http://schemas.openxmlformats.org/officeDocument/2006/relationships/theme" Target="../theme/theme2.xml"/>
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PlaceHolder 1"/>
          <p:cNvSpPr>
            <a:spLocks noGrp="1"/>
          </p:cNvSpPr>
          <p:nvPr>
            <p:ph type="sldImg"/>
          </p:nvPr>
        </p:nvSpPr>
        <p:spPr>
          <a:xfrm>
            <a:off x="533520" y="764280"/>
            <a:ext cx="6704640" cy="37713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p>
            <a:pPr defTabSz="914400">
              <a:lnSpc>
                <a:spcPct val="90000"/>
              </a:lnSpc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move the slide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5" name="PlaceHolder 2"/>
          <p:cNvSpPr>
            <a:spLocks noGrp="1"/>
          </p:cNvSpPr>
          <p:nvPr>
            <p:ph type="body"/>
          </p:nvPr>
        </p:nvSpPr>
        <p:spPr>
          <a:xfrm>
            <a:off x="777240" y="4777560"/>
            <a:ext cx="6217560" cy="452592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Click to edit the notes format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7" name="PlaceHolder 4"/>
          <p:cNvSpPr>
            <a:spLocks noGrp="1"/>
          </p:cNvSpPr>
          <p:nvPr>
            <p:ph type="dt" idx="1"/>
          </p:nvPr>
        </p:nvSpPr>
        <p:spPr>
          <a:xfrm>
            <a:off x="4399200" y="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8" name="PlaceHolder 5"/>
          <p:cNvSpPr>
            <a:spLocks noGrp="1"/>
          </p:cNvSpPr>
          <p:nvPr>
            <p:ph type="ftr" idx="2"/>
          </p:nvPr>
        </p:nvSpPr>
        <p:spPr>
          <a:xfrm>
            <a:off x="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 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9" name="PlaceHolder 6"/>
          <p:cNvSpPr>
            <a:spLocks noGrp="1"/>
          </p:cNvSpPr>
          <p:nvPr>
            <p:ph type="sldNum" idx="3"/>
          </p:nvPr>
        </p:nvSpPr>
        <p:spPr>
          <a:xfrm>
            <a:off x="4399200" y="9555480"/>
            <a:ext cx="3372840" cy="50256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F8D5957F-1627-4283-A5C4-3B068491BE93}" type="slidenum">
              <a:rPr lang="en-US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1</a:t>
            </a:fld>
            <a:endParaRPr lang="en-US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bg2="lt2" tx1="dk1" tx2="dk2" accent1="accent1" accent2="accent2" accent3="accent3" accent4="accent4" accent5="accent5" accent6="accent6" hlink="hlink" folHlink="folHlink"/>
</p:notesMaster>
</file>

<file path=ppt/notesSlides/_rels/notesSlide1.xml.rels><?xml version="1.0" encoding="UTF-8"?>
<Relationships xmlns="http://schemas.openxmlformats.org/package/2006/relationships"><Relationship Id="rId1" Type="http://schemas.openxmlformats.org/officeDocument/2006/relationships/slide" Target="../slides/slide1.xml"/><Relationship Id="rId2" Type="http://schemas.openxmlformats.org/officeDocument/2006/relationships/notesMaster" Target="../notesMasters/notesMaster1.xml"/>
</Relationships>
</file>

<file path=ppt/notesSlides/_rels/notesSlide2.xml.rels><?xml version="1.0" encoding="UTF-8"?>
<Relationships xmlns="http://schemas.openxmlformats.org/package/2006/relationships"><Relationship Id="rId1" Type="http://schemas.openxmlformats.org/officeDocument/2006/relationships/slide" Target="../slides/slide2.xml"/><Relationship Id="rId2" Type="http://schemas.openxmlformats.org/officeDocument/2006/relationships/notesMaster" Target="../notesMasters/notesMaster1.xml"/>
</Relationships>
</file>

<file path=ppt/notesSlides/_rels/notesSlide3.xml.rels><?xml version="1.0" encoding="UTF-8"?>
<Relationships xmlns="http://schemas.openxmlformats.org/package/2006/relationships"><Relationship Id="rId1" Type="http://schemas.openxmlformats.org/officeDocument/2006/relationships/slide" Target="../slides/slide3.xml"/><Relationship Id="rId2" Type="http://schemas.openxmlformats.org/officeDocument/2006/relationships/notesMaster" Target="../notesMasters/notesMaster1.xml"/>
</Relationships>
</file>

<file path=ppt/notesSlides/_rels/notesSlide4.xml.rels><?xml version="1.0" encoding="UTF-8"?>
<Relationships xmlns="http://schemas.openxmlformats.org/package/2006/relationships"><Relationship Id="rId1" Type="http://schemas.openxmlformats.org/officeDocument/2006/relationships/slide" Target="../slides/slide4.xml"/><Relationship Id="rId2" Type="http://schemas.openxmlformats.org/officeDocument/2006/relationships/notesMaster" Target="../notesMasters/notesMaster1.xml"/>
</Relationships>
</file>

<file path=ppt/notesSlides/_rels/notesSlide5.xml.rels><?xml version="1.0" encoding="UTF-8"?>
<Relationships xmlns="http://schemas.openxmlformats.org/package/2006/relationships"><Relationship Id="rId1" Type="http://schemas.openxmlformats.org/officeDocument/2006/relationships/slide" Target="../slides/slide5.xml"/><Relationship Id="rId2" Type="http://schemas.openxmlformats.org/officeDocument/2006/relationships/notesMaster" Target="../notesMasters/notesMaster1.xml"/>
</Relationships>
</file>

<file path=ppt/notesSlides/_rels/notesSlide6.xml.rels><?xml version="1.0" encoding="UTF-8"?>
<Relationships xmlns="http://schemas.openxmlformats.org/package/2006/relationships"><Relationship Id="rId1" Type="http://schemas.openxmlformats.org/officeDocument/2006/relationships/slide" Target="../slides/slide6.xml"/><Relationship Id="rId2" Type="http://schemas.openxmlformats.org/officeDocument/2006/relationships/notesMaster" Target="../notesMasters/notesMaster1.xml"/>
</Relationships>
</file>

<file path=ppt/notesSlides/_rels/notesSlide7.xml.rels><?xml version="1.0" encoding="UTF-8"?>
<Relationships xmlns="http://schemas.openxmlformats.org/package/2006/relationships"><Relationship Id="rId1" Type="http://schemas.openxmlformats.org/officeDocument/2006/relationships/slide" Target="../slides/slide7.xml"/><Relationship Id="rId2" Type="http://schemas.openxmlformats.org/officeDocument/2006/relationships/notesMaster" Target="../notesMasters/notesMaster1.xml"/>
</Relationships>
</file>

<file path=ppt/notesSlides/_rels/notesSlide8.xml.rels><?xml version="1.0" encoding="UTF-8"?>
<Relationships xmlns="http://schemas.openxmlformats.org/package/2006/relationships"><Relationship Id="rId1" Type="http://schemas.openxmlformats.org/officeDocument/2006/relationships/slide" Target="../slides/slide8.xml"/><Relationship Id="rId2" Type="http://schemas.openxmlformats.org/officeDocument/2006/relationships/notesMaster" Target="../notesMasters/notesMaster1.xml"/>
</Relationships>
</file>

<file path=ppt/notesSlides/_rels/notesSlide9.xml.rels><?xml version="1.0" encoding="UTF-8"?>
<Relationships xmlns="http://schemas.openxmlformats.org/package/2006/relationships"><Relationship Id="rId1" Type="http://schemas.openxmlformats.org/officeDocument/2006/relationships/slide" Target="../slides/slide9.xml"/><Relationship Id="rId2" Type="http://schemas.openxmlformats.org/officeDocument/2006/relationships/notesMaster" Target="../notesMasters/notesMaster1.xml"/>
</Relationships>
</file>

<file path=ppt/notesSlides/_rels/notesSlide10.xml.rels><?xml version="1.0" encoding="UTF-8"?>
<Relationships xmlns="http://schemas.openxmlformats.org/package/2006/relationships"><Relationship Id="rId1" Type="http://schemas.openxmlformats.org/officeDocument/2006/relationships/slide" Target="../slides/slide10.xml"/><Relationship Id="rId2" Type="http://schemas.openxmlformats.org/officeDocument/2006/relationships/notesMaster" Target="../notesMasters/notesMaster1.xml"/>
</Relationships>
</file>

<file path=ppt/notesSlides/_rels/notesSlide11.xml.rels><?xml version="1.0" encoding="UTF-8"?>
<Relationships xmlns="http://schemas.openxmlformats.org/package/2006/relationships"><Relationship Id="rId1" Type="http://schemas.openxmlformats.org/officeDocument/2006/relationships/slide" Target="../slides/slide11.xml"/><Relationship Id="rId2" Type="http://schemas.openxmlformats.org/officeDocument/2006/relationships/notesMaster" Target="../notesMasters/notesMaster1.xml"/>
</Relationships>
</file>

<file path=ppt/notesSlides/_rels/notesSlide12.xml.rels><?xml version="1.0" encoding="UTF-8"?>
<Relationships xmlns="http://schemas.openxmlformats.org/package/2006/relationships"><Relationship Id="rId1" Type="http://schemas.openxmlformats.org/officeDocument/2006/relationships/slide" Target="../slides/slide12.xml"/><Relationship Id="rId2" Type="http://schemas.openxmlformats.org/officeDocument/2006/relationships/notesMaster" Target="../notesMasters/notesMaster1.xml"/>
</Relationships>
</file>

<file path=ppt/notesSlides/_rels/notesSlide13.xml.rels><?xml version="1.0" encoding="UTF-8"?>
<Relationships xmlns="http://schemas.openxmlformats.org/package/2006/relationships"><Relationship Id="rId1" Type="http://schemas.openxmlformats.org/officeDocument/2006/relationships/slide" Target="../slides/slide13.xml"/><Relationship Id="rId2" Type="http://schemas.openxmlformats.org/officeDocument/2006/relationships/notesMaster" Target="../notesMasters/notesMaster1.xml"/>
</Relationships>
</file>

<file path=ppt/notesSlides/_rels/notesSlide14.xml.rels><?xml version="1.0" encoding="UTF-8"?>
<Relationships xmlns="http://schemas.openxmlformats.org/package/2006/relationships"><Relationship Id="rId1" Type="http://schemas.openxmlformats.org/officeDocument/2006/relationships/slide" Target="../slides/slide14.xml"/><Relationship Id="rId2" Type="http://schemas.openxmlformats.org/officeDocument/2006/relationships/notesMaster" Target="../notesMasters/notesMaster1.xml"/>
</Relationships>
</file>

<file path=ppt/notesSlides/_rels/notesSlide15.xml.rels><?xml version="1.0" encoding="UTF-8"?>
<Relationships xmlns="http://schemas.openxmlformats.org/package/2006/relationships"><Relationship Id="rId1" Type="http://schemas.openxmlformats.org/officeDocument/2006/relationships/slide" Target="../slides/slide15.xml"/><Relationship Id="rId2" Type="http://schemas.openxmlformats.org/officeDocument/2006/relationships/notesMaster" Target="../notesMasters/notesMaster1.xml"/>
</Relationships>
</file>

<file path=ppt/notesSlides/_rels/notesSlide16.xml.rels><?xml version="1.0" encoding="UTF-8"?>
<Relationships xmlns="http://schemas.openxmlformats.org/package/2006/relationships"><Relationship Id="rId1" Type="http://schemas.openxmlformats.org/officeDocument/2006/relationships/slide" Target="../slides/slide16.xml"/><Relationship Id="rId2" Type="http://schemas.openxmlformats.org/officeDocument/2006/relationships/notesMaster" Target="../notesMasters/notesMaster1.xml"/>
</Relationships>
</file>

<file path=ppt/notesSlides/_rels/notesSlide17.xml.rels><?xml version="1.0" encoding="UTF-8"?>
<Relationships xmlns="http://schemas.openxmlformats.org/package/2006/relationships"><Relationship Id="rId1" Type="http://schemas.openxmlformats.org/officeDocument/2006/relationships/slide" Target="../slides/slide17.xml"/><Relationship Id="rId2" Type="http://schemas.openxmlformats.org/officeDocument/2006/relationships/notesMaster" Target="../notesMasters/notesMaster1.xml"/>
</Relationships>
</file>

<file path=ppt/notesSlides/_rels/notesSlide18.xml.rels><?xml version="1.0" encoding="UTF-8"?>
<Relationships xmlns="http://schemas.openxmlformats.org/package/2006/relationships"><Relationship Id="rId1" Type="http://schemas.openxmlformats.org/officeDocument/2006/relationships/slide" Target="../slides/slide18.xml"/><Relationship Id="rId2" Type="http://schemas.openxmlformats.org/officeDocument/2006/relationships/notesMaster" Target="../notesMasters/notesMaster1.xml"/>
</Relationships>
</file>

<file path=ppt/notesSlides/_rels/notesSlide19.xml.rels><?xml version="1.0" encoding="UTF-8"?>
<Relationships xmlns="http://schemas.openxmlformats.org/package/2006/relationships"><Relationship Id="rId1" Type="http://schemas.openxmlformats.org/officeDocument/2006/relationships/slide" Target="../slides/slide19.xml"/><Relationship Id="rId2" Type="http://schemas.openxmlformats.org/officeDocument/2006/relationships/notesMaster" Target="../notesMasters/notesMaster1.xml"/>
</Relationships>
</file>

<file path=ppt/notesSlides/_rels/notesSlide20.xml.rels><?xml version="1.0" encoding="UTF-8"?>
<Relationships xmlns="http://schemas.openxmlformats.org/package/2006/relationships"><Relationship Id="rId1" Type="http://schemas.openxmlformats.org/officeDocument/2006/relationships/slide" Target="../slides/slide20.xml"/><Relationship Id="rId2" Type="http://schemas.openxmlformats.org/officeDocument/2006/relationships/notesMaster" Target="../notesMasters/notesMaster1.xml"/>
</Relationships>
</file>

<file path=ppt/notesSlides/_rels/notesSlide21.xml.rels><?xml version="1.0" encoding="UTF-8"?>
<Relationships xmlns="http://schemas.openxmlformats.org/package/2006/relationships"><Relationship Id="rId1" Type="http://schemas.openxmlformats.org/officeDocument/2006/relationships/slide" Target="../slides/slide21.xml"/><Relationship Id="rId2" Type="http://schemas.openxmlformats.org/officeDocument/2006/relationships/notesMaster" Target="../notesMasters/notesMaster1.xml"/>
</Relationships>
</file>

<file path=ppt/notesSlides/_rels/notesSlide22.xml.rels><?xml version="1.0" encoding="UTF-8"?>
<Relationships xmlns="http://schemas.openxmlformats.org/package/2006/relationships"><Relationship Id="rId1" Type="http://schemas.openxmlformats.org/officeDocument/2006/relationships/slide" Target="../slides/slide22.xml"/><Relationship Id="rId2" Type="http://schemas.openxmlformats.org/officeDocument/2006/relationships/notesMaster" Target="../notesMasters/notesMaster1.xml"/>
</Relationships>
</file>

<file path=ppt/notesSlides/_rels/notesSlide23.xml.rels><?xml version="1.0" encoding="UTF-8"?>
<Relationships xmlns="http://schemas.openxmlformats.org/package/2006/relationships"><Relationship Id="rId1" Type="http://schemas.openxmlformats.org/officeDocument/2006/relationships/slide" Target="../slides/slide23.xml"/><Relationship Id="rId2" Type="http://schemas.openxmlformats.org/officeDocument/2006/relationships/notesMaster" Target="../notesMasters/notesMaster1.xml"/>
</Relationships>
</file>

<file path=ppt/notesSlides/_rels/notesSlide24.xml.rels><?xml version="1.0" encoding="UTF-8"?>
<Relationships xmlns="http://schemas.openxmlformats.org/package/2006/relationships"><Relationship Id="rId1" Type="http://schemas.openxmlformats.org/officeDocument/2006/relationships/slide" Target="../slides/slide24.xml"/><Relationship Id="rId2" Type="http://schemas.openxmlformats.org/officeDocument/2006/relationships/notesMaster" Target="../notesMasters/notesMaster1.xml"/>
</Relationships>
</file>

<file path=ppt/notesSlides/_rels/notesSlide25.xml.rels><?xml version="1.0" encoding="UTF-8"?>
<Relationships xmlns="http://schemas.openxmlformats.org/package/2006/relationships"><Relationship Id="rId1" Type="http://schemas.openxmlformats.org/officeDocument/2006/relationships/slide" Target="../slides/slide25.xml"/><Relationship Id="rId2" Type="http://schemas.openxmlformats.org/officeDocument/2006/relationships/notesMaster" Target="../notesMasters/notesMaster1.xml"/>
</Relationships>
</file>

<file path=ppt/notesSlides/_rels/notesSlide26.xml.rels><?xml version="1.0" encoding="UTF-8"?>
<Relationships xmlns="http://schemas.openxmlformats.org/package/2006/relationships"><Relationship Id="rId1" Type="http://schemas.openxmlformats.org/officeDocument/2006/relationships/slide" Target="../slides/slide26.xml"/><Relationship Id="rId2" Type="http://schemas.openxmlformats.org/officeDocument/2006/relationships/notesMaster" Target="../notesMasters/notesMaster1.xml"/>
</Relationships>
</file>

<file path=ppt/notesSlides/_rels/notesSlide27.xml.rels><?xml version="1.0" encoding="UTF-8"?>
<Relationships xmlns="http://schemas.openxmlformats.org/package/2006/relationships"><Relationship Id="rId1" Type="http://schemas.openxmlformats.org/officeDocument/2006/relationships/slide" Target="../slides/slide27.xml"/><Relationship Id="rId2" Type="http://schemas.openxmlformats.org/officeDocument/2006/relationships/notesMaster" Target="../notesMasters/notesMaster1.xml"/>
</Relationships>
</file>

<file path=ppt/notesSlides/_rels/notesSlide28.xml.rels><?xml version="1.0" encoding="UTF-8"?>
<Relationships xmlns="http://schemas.openxmlformats.org/package/2006/relationships"><Relationship Id="rId1" Type="http://schemas.openxmlformats.org/officeDocument/2006/relationships/slide" Target="../slides/slide28.xml"/><Relationship Id="rId2" Type="http://schemas.openxmlformats.org/officeDocument/2006/relationships/notesMaster" Target="../notesMasters/notesMaster1.xml"/>
</Relationships>
</file>

<file path=ppt/notesSlides/_rels/notesSlide29.xml.rels><?xml version="1.0" encoding="UTF-8"?>
<Relationships xmlns="http://schemas.openxmlformats.org/package/2006/relationships"><Relationship Id="rId1" Type="http://schemas.openxmlformats.org/officeDocument/2006/relationships/slide" Target="../slides/slide29.xml"/><Relationship Id="rId2" Type="http://schemas.openxmlformats.org/officeDocument/2006/relationships/notesMaster" Target="../notesMasters/notesMaster1.xml"/>
</Relationships>
</file>

<file path=ppt/notesSlides/_rels/notesSlide30.xml.rels><?xml version="1.0" encoding="UTF-8"?>
<Relationships xmlns="http://schemas.openxmlformats.org/package/2006/relationships"><Relationship Id="rId1" Type="http://schemas.openxmlformats.org/officeDocument/2006/relationships/slide" Target="../slides/slide30.xml"/><Relationship Id="rId2" Type="http://schemas.openxmlformats.org/officeDocument/2006/relationships/notesMaster" Target="../notesMasters/notesMaster1.xml"/>
</Relationships>
</file>

<file path=ppt/notesSlides/_rels/notesSlide31.xml.rels><?xml version="1.0" encoding="UTF-8"?>
<Relationships xmlns="http://schemas.openxmlformats.org/package/2006/relationships"><Relationship Id="rId1" Type="http://schemas.openxmlformats.org/officeDocument/2006/relationships/slide" Target="../slides/slide31.xml"/><Relationship Id="rId2" Type="http://schemas.openxmlformats.org/officeDocument/2006/relationships/notesMaster" Target="../notesMasters/notesMaster1.xml"/>
</Relationships>
</file>

<file path=ppt/notesSlides/_rels/notesSlide32.xml.rels><?xml version="1.0" encoding="UTF-8"?>
<Relationships xmlns="http://schemas.openxmlformats.org/package/2006/relationships"><Relationship Id="rId1" Type="http://schemas.openxmlformats.org/officeDocument/2006/relationships/slide" Target="../slides/slide32.xml"/><Relationship Id="rId2" Type="http://schemas.openxmlformats.org/officeDocument/2006/relationships/notesMaster" Target="../notesMasters/notesMaster1.xml"/>
</Relationships>
</file>

<file path=ppt/notesSlides/_rels/notesSlide33.xml.rels><?xml version="1.0" encoding="UTF-8"?>
<Relationships xmlns="http://schemas.openxmlformats.org/package/2006/relationships"><Relationship Id="rId1" Type="http://schemas.openxmlformats.org/officeDocument/2006/relationships/slide" Target="../slides/slide33.xml"/><Relationship Id="rId2" Type="http://schemas.openxmlformats.org/officeDocument/2006/relationships/notesMaster" Target="../notesMasters/notesMaster1.xml"/>
</Relationships>
</file>

<file path=ppt/notesSlides/_rels/notesSlide34.xml.rels><?xml version="1.0" encoding="UTF-8"?>
<Relationships xmlns="http://schemas.openxmlformats.org/package/2006/relationships"><Relationship Id="rId1" Type="http://schemas.openxmlformats.org/officeDocument/2006/relationships/slide" Target="../slides/slide34.xml"/><Relationship Id="rId2" Type="http://schemas.openxmlformats.org/officeDocument/2006/relationships/notesMaster" Target="../notesMasters/notesMaster1.xml"/>
</Relationships>
</file>

<file path=ppt/notesSlides/_rels/notesSlide35.xml.rels><?xml version="1.0" encoding="UTF-8"?>
<Relationships xmlns="http://schemas.openxmlformats.org/package/2006/relationships"><Relationship Id="rId1" Type="http://schemas.openxmlformats.org/officeDocument/2006/relationships/slide" Target="../slides/slide35.xml"/><Relationship Id="rId2" Type="http://schemas.openxmlformats.org/officeDocument/2006/relationships/notesMaster" Target="../notesMasters/notesMaster1.xml"/>
</Relationships>
</file>

<file path=ppt/notesSlides/_rels/notesSlide36.xml.rels><?xml version="1.0" encoding="UTF-8"?>
<Relationships xmlns="http://schemas.openxmlformats.org/package/2006/relationships"><Relationship Id="rId1" Type="http://schemas.openxmlformats.org/officeDocument/2006/relationships/slide" Target="../slides/slide36.xml"/><Relationship Id="rId2" Type="http://schemas.openxmlformats.org/officeDocument/2006/relationships/notesMaster" Target="../notesMasters/notesMaster1.xml"/>
</Relationships>
</file>

<file path=ppt/notesSlides/_rels/notesSlide37.xml.rels><?xml version="1.0" encoding="UTF-8"?>
<Relationships xmlns="http://schemas.openxmlformats.org/package/2006/relationships"><Relationship Id="rId1" Type="http://schemas.openxmlformats.org/officeDocument/2006/relationships/slide" Target="../slides/slide37.xml"/><Relationship Id="rId2" Type="http://schemas.openxmlformats.org/officeDocument/2006/relationships/notesMaster" Target="../notesMasters/notesMaster1.xml"/>
</Relationships>
</file>

<file path=ppt/notesSlides/_rels/notesSlide38.xml.rels><?xml version="1.0" encoding="UTF-8"?>
<Relationships xmlns="http://schemas.openxmlformats.org/package/2006/relationships"><Relationship Id="rId1" Type="http://schemas.openxmlformats.org/officeDocument/2006/relationships/slide" Target="../slides/slide38.xml"/><Relationship Id="rId2" Type="http://schemas.openxmlformats.org/officeDocument/2006/relationships/notesMaster" Target="../notesMasters/notesMaster1.xml"/>
</Relationships>
</file>

<file path=ppt/notesSlides/_rels/notesSlide39.xml.rels><?xml version="1.0" encoding="UTF-8"?>
<Relationships xmlns="http://schemas.openxmlformats.org/package/2006/relationships"><Relationship Id="rId1" Type="http://schemas.openxmlformats.org/officeDocument/2006/relationships/slide" Target="../slides/slide39.xml"/><Relationship Id="rId2" Type="http://schemas.openxmlformats.org/officeDocument/2006/relationships/notesMaster" Target="../notesMasters/notesMaster1.xml"/>
</Relationships>
</file>

<file path=ppt/notesSlides/_rels/notesSlide40.xml.rels><?xml version="1.0" encoding="UTF-8"?>
<Relationships xmlns="http://schemas.openxmlformats.org/package/2006/relationships"><Relationship Id="rId1" Type="http://schemas.openxmlformats.org/officeDocument/2006/relationships/slide" Target="../slides/slide40.xml"/><Relationship Id="rId2" Type="http://schemas.openxmlformats.org/officeDocument/2006/relationships/notesMaster" Target="../notesMasters/notesMaster1.xml"/>
</Relationships>
</file>

<file path=ppt/notesSlides/_rels/notesSlide41.xml.rels><?xml version="1.0" encoding="UTF-8"?>
<Relationships xmlns="http://schemas.openxmlformats.org/package/2006/relationships"><Relationship Id="rId1" Type="http://schemas.openxmlformats.org/officeDocument/2006/relationships/slide" Target="../slides/slide41.xml"/><Relationship Id="rId2" Type="http://schemas.openxmlformats.org/officeDocument/2006/relationships/notesMaster" Target="../notesMasters/notesMaster1.xml"/>
</Relationships>
</file>

<file path=ppt/notesSlides/_rels/notesSlide42.xml.rels><?xml version="1.0" encoding="UTF-8"?>
<Relationships xmlns="http://schemas.openxmlformats.org/package/2006/relationships"><Relationship Id="rId1" Type="http://schemas.openxmlformats.org/officeDocument/2006/relationships/slide" Target="../slides/slide42.xml"/><Relationship Id="rId2" Type="http://schemas.openxmlformats.org/officeDocument/2006/relationships/notesMaster" Target="../notesMasters/notesMaster1.xml"/>
</Relationships>
</file>

<file path=ppt/notesSlides/_rels/notesSlide43.xml.rels><?xml version="1.0" encoding="UTF-8"?>
<Relationships xmlns="http://schemas.openxmlformats.org/package/2006/relationships"><Relationship Id="rId1" Type="http://schemas.openxmlformats.org/officeDocument/2006/relationships/slide" Target="../slides/slide43.xml"/><Relationship Id="rId2" Type="http://schemas.openxmlformats.org/officeDocument/2006/relationships/notesMaster" Target="../notesMasters/notesMaster1.xml"/>
</Relationships>
</file>

<file path=ppt/notesSlides/_rels/notesSlide44.xml.rels><?xml version="1.0" encoding="UTF-8"?>
<Relationships xmlns="http://schemas.openxmlformats.org/package/2006/relationships"><Relationship Id="rId1" Type="http://schemas.openxmlformats.org/officeDocument/2006/relationships/slide" Target="../slides/slide44.xml"/><Relationship Id="rId2" Type="http://schemas.openxmlformats.org/officeDocument/2006/relationships/notesMaster" Target="../notesMasters/notesMaster1.xml"/>
</Relationships>
</file>

<file path=ppt/notesSlides/_rels/notesSlide45.xml.rels><?xml version="1.0" encoding="UTF-8"?>
<Relationships xmlns="http://schemas.openxmlformats.org/package/2006/relationships"><Relationship Id="rId1" Type="http://schemas.openxmlformats.org/officeDocument/2006/relationships/slide" Target="../slides/slide45.xml"/><Relationship Id="rId2" Type="http://schemas.openxmlformats.org/officeDocument/2006/relationships/notesMaster" Target="../notesMasters/notesMaster1.xml"/>
</Relationships>
</file>

<file path=ppt/notesSlides/_rels/notesSlide46.xml.rels><?xml version="1.0" encoding="UTF-8"?>
<Relationships xmlns="http://schemas.openxmlformats.org/package/2006/relationships"><Relationship Id="rId1" Type="http://schemas.openxmlformats.org/officeDocument/2006/relationships/slide" Target="../slides/slide46.xml"/><Relationship Id="rId2" Type="http://schemas.openxmlformats.org/officeDocument/2006/relationships/notesMaster" Target="../notesMasters/notesMaster1.xml"/>
</Relationships>
</file>

<file path=ppt/notesSlides/_rels/notesSlide47.xml.rels><?xml version="1.0" encoding="UTF-8"?>
<Relationships xmlns="http://schemas.openxmlformats.org/package/2006/relationships"><Relationship Id="rId1" Type="http://schemas.openxmlformats.org/officeDocument/2006/relationships/slide" Target="../slides/slide47.xml"/><Relationship Id="rId2" Type="http://schemas.openxmlformats.org/officeDocument/2006/relationships/notesMaster" Target="../notesMasters/notesMaster1.xml"/>
</Relationships>
</file>

<file path=ppt/notesSlides/_rels/notesSlide48.xml.rels><?xml version="1.0" encoding="UTF-8"?>
<Relationships xmlns="http://schemas.openxmlformats.org/package/2006/relationships"><Relationship Id="rId1" Type="http://schemas.openxmlformats.org/officeDocument/2006/relationships/slide" Target="../slides/slide48.xml"/><Relationship Id="rId2" Type="http://schemas.openxmlformats.org/officeDocument/2006/relationships/notesMaster" Target="../notesMasters/notesMaster1.xml"/>
</Relationships>
</file>

<file path=ppt/notesSlides/_rels/notesSlide49.xml.rels><?xml version="1.0" encoding="UTF-8"?>
<Relationships xmlns="http://schemas.openxmlformats.org/package/2006/relationships"><Relationship Id="rId1" Type="http://schemas.openxmlformats.org/officeDocument/2006/relationships/slide" Target="../slides/slide49.xml"/><Relationship Id="rId2" Type="http://schemas.openxmlformats.org/officeDocument/2006/relationships/notesMaster" Target="../notesMasters/notesMaster1.xml"/>
</Relationships>
</file>

<file path=ppt/notesSlides/_rels/notesSlide50.xml.rels><?xml version="1.0" encoding="UTF-8"?>
<Relationships xmlns="http://schemas.openxmlformats.org/package/2006/relationships"><Relationship Id="rId1" Type="http://schemas.openxmlformats.org/officeDocument/2006/relationships/slide" Target="../slides/slide50.xml"/><Relationship Id="rId2" Type="http://schemas.openxmlformats.org/officeDocument/2006/relationships/notesMaster" Target="../notesMasters/notesMaster1.xml"/>
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2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0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EBF7F1F-BD11-44E4-B742-B39C58D1306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3" name="PlaceHolder 3"/>
          <p:cNvSpPr>
            <a:spLocks noGrp="1"/>
          </p:cNvSpPr>
          <p:nvPr>
            <p:ph type="sldNum" idx="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3AD01E1-A8DE-4B87-A2C3-CF914BFC1AC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3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6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87A8830-5ADC-48F0-87A6-ADE78CD1188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9" name="PlaceHolder 3"/>
          <p:cNvSpPr>
            <a:spLocks noGrp="1"/>
          </p:cNvSpPr>
          <p:nvPr>
            <p:ph type="sldNum" idx="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4AE2A44-E857-4CFD-BEFE-A9589EA0106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040"/>
          </a:xfrm>
          <a:prstGeom prst="rect">
            <a:avLst/>
          </a:prstGeom>
          <a:ln w="0">
            <a:noFill/>
          </a:ln>
        </p:spPr>
      </p:sp>
      <p:sp>
        <p:nvSpPr>
          <p:cNvPr id="64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2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EDA58FD-CB52-4131-81D7-981CCFBE5F1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040"/>
          </a:xfrm>
          <a:prstGeom prst="rect">
            <a:avLst/>
          </a:prstGeom>
          <a:ln w="0">
            <a:noFill/>
          </a:ln>
        </p:spPr>
      </p:sp>
      <p:sp>
        <p:nvSpPr>
          <p:cNvPr id="64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5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5D6ADB5-172D-4D04-A6BC-41F30CB04BBC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4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8" name="PlaceHolder 3"/>
          <p:cNvSpPr>
            <a:spLocks noGrp="1"/>
          </p:cNvSpPr>
          <p:nvPr>
            <p:ph type="sldNum" idx="1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3DFB52E-E26C-4B31-BB23-C978325445E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520" cy="3083040"/>
          </a:xfrm>
          <a:prstGeom prst="rect">
            <a:avLst/>
          </a:prstGeom>
          <a:ln w="0">
            <a:noFill/>
          </a:ln>
        </p:spPr>
      </p:sp>
      <p:sp>
        <p:nvSpPr>
          <p:cNvPr id="65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1" name="PlaceHolder 3"/>
          <p:cNvSpPr>
            <a:spLocks noGrp="1"/>
          </p:cNvSpPr>
          <p:nvPr>
            <p:ph type="sldNum" idx="1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061AEC8-A093-4C57-92CB-A4983D0B84AB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5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4" name="PlaceHolder 3"/>
          <p:cNvSpPr>
            <a:spLocks noGrp="1"/>
          </p:cNvSpPr>
          <p:nvPr>
            <p:ph type="sldNum" idx="1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BC016EB-C582-40D0-A14C-9D3E74AEA659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5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57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AFE7ECA-0D5A-4081-9E06-CC3FB7B4BB8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5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0" name="PlaceHolder 3"/>
          <p:cNvSpPr>
            <a:spLocks noGrp="1"/>
          </p:cNvSpPr>
          <p:nvPr>
            <p:ph type="sldNum" idx="1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C11A402-D1F6-4BB7-AF41-BD206D9CD3F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6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3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3063D2A-3026-4EC6-8F38-7EC2AA31849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6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6" name="PlaceHolder 3"/>
          <p:cNvSpPr>
            <a:spLocks noGrp="1"/>
          </p:cNvSpPr>
          <p:nvPr>
            <p:ph type="sldNum" idx="1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8622F26E-18A8-4759-8D26-581FFFCAEFF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6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69" name="PlaceHolder 3"/>
          <p:cNvSpPr>
            <a:spLocks noGrp="1"/>
          </p:cNvSpPr>
          <p:nvPr>
            <p:ph type="sldNum" idx="1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E63917C5-9574-4720-B285-9EA1B3156D9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7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2" name="PlaceHolder 3"/>
          <p:cNvSpPr>
            <a:spLocks noGrp="1"/>
          </p:cNvSpPr>
          <p:nvPr>
            <p:ph type="sldNum" idx="1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55166DA-5D35-46CD-ABC8-24DFDCE2665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7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5" name="PlaceHolder 3"/>
          <p:cNvSpPr>
            <a:spLocks noGrp="1"/>
          </p:cNvSpPr>
          <p:nvPr>
            <p:ph type="sldNum" idx="1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87E10B7-4D40-48CA-8375-48566C431DD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7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78" name="PlaceHolder 3"/>
          <p:cNvSpPr>
            <a:spLocks noGrp="1"/>
          </p:cNvSpPr>
          <p:nvPr>
            <p:ph type="sldNum" idx="2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281AD31-9759-4286-BDBC-880C4D9C1A6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8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1" name="PlaceHolder 3"/>
          <p:cNvSpPr>
            <a:spLocks noGrp="1"/>
          </p:cNvSpPr>
          <p:nvPr>
            <p:ph type="sldNum" idx="2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45A1CA9-08E5-4867-BBF7-C7583DAB038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8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4" name="PlaceHolder 3"/>
          <p:cNvSpPr>
            <a:spLocks noGrp="1"/>
          </p:cNvSpPr>
          <p:nvPr>
            <p:ph type="sldNum" idx="2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ABE6935-FBD8-483F-A160-2FE8406E4ED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8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7" name="PlaceHolder 3"/>
          <p:cNvSpPr>
            <a:spLocks noGrp="1"/>
          </p:cNvSpPr>
          <p:nvPr>
            <p:ph type="sldNum" idx="2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4A771E0-91AF-4C56-AC29-807F0DB7DEE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8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0" name="PlaceHolder 3"/>
          <p:cNvSpPr>
            <a:spLocks noGrp="1"/>
          </p:cNvSpPr>
          <p:nvPr>
            <p:ph type="sldNum" idx="2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F02D159-353D-44A3-9D7E-95E4420698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9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3" name="PlaceHolder 3"/>
          <p:cNvSpPr>
            <a:spLocks noGrp="1"/>
          </p:cNvSpPr>
          <p:nvPr>
            <p:ph type="sldNum" idx="2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C85BEA4-B689-46D0-BB6B-54ACCAA40B81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9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6" name="PlaceHolder 3"/>
          <p:cNvSpPr>
            <a:spLocks noGrp="1"/>
          </p:cNvSpPr>
          <p:nvPr>
            <p:ph type="sldNum" idx="2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340AF6-53B2-4DF8-AF4F-C94F2F406B5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69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9" name="PlaceHolder 3"/>
          <p:cNvSpPr>
            <a:spLocks noGrp="1"/>
          </p:cNvSpPr>
          <p:nvPr>
            <p:ph type="sldNum" idx="2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BE65F69-D790-4936-9FBF-D82C1ECB5D9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0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2" name="PlaceHolder 3"/>
          <p:cNvSpPr>
            <a:spLocks noGrp="1"/>
          </p:cNvSpPr>
          <p:nvPr>
            <p:ph type="sldNum" idx="2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95E3760-DF3C-47D4-8FD0-3EF792D09792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0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5" name="PlaceHolder 3"/>
          <p:cNvSpPr>
            <a:spLocks noGrp="1"/>
          </p:cNvSpPr>
          <p:nvPr>
            <p:ph type="sldNum" idx="2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9DC3356-DB85-4607-BE25-39C62B3BC0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0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08" name="PlaceHolder 3"/>
          <p:cNvSpPr>
            <a:spLocks noGrp="1"/>
          </p:cNvSpPr>
          <p:nvPr>
            <p:ph type="sldNum" idx="3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C4D70A0-6FE9-4D8D-BCD5-B177017FF0A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0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1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1" name="PlaceHolder 3"/>
          <p:cNvSpPr>
            <a:spLocks noGrp="1"/>
          </p:cNvSpPr>
          <p:nvPr>
            <p:ph type="sldNum" idx="3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25733B7-F90F-4EA6-A072-4D9CE1FC1EA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1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4" name="PlaceHolder 3"/>
          <p:cNvSpPr>
            <a:spLocks noGrp="1"/>
          </p:cNvSpPr>
          <p:nvPr>
            <p:ph type="sldNum" idx="3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E718158-472F-4E1A-A48C-9CB2685D3F6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1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17" name="PlaceHolder 3"/>
          <p:cNvSpPr>
            <a:spLocks noGrp="1"/>
          </p:cNvSpPr>
          <p:nvPr>
            <p:ph type="sldNum" idx="3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3CC700D-3899-4A33-8B4F-C883BB1E753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1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0" name="PlaceHolder 3"/>
          <p:cNvSpPr>
            <a:spLocks noGrp="1"/>
          </p:cNvSpPr>
          <p:nvPr>
            <p:ph type="sldNum" idx="3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455CFE1-36C5-467B-B39D-5B9B712BF00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2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3" name="PlaceHolder 3"/>
          <p:cNvSpPr>
            <a:spLocks noGrp="1"/>
          </p:cNvSpPr>
          <p:nvPr>
            <p:ph type="sldNum" idx="3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54E06E3-F2B1-41AF-B5AC-67AFBEE1E62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2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6" name="PlaceHolder 3"/>
          <p:cNvSpPr>
            <a:spLocks noGrp="1"/>
          </p:cNvSpPr>
          <p:nvPr>
            <p:ph type="sldNum" idx="3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BAFCA86-E713-48B9-A158-C29CC5502D5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2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9" name="PlaceHolder 3"/>
          <p:cNvSpPr>
            <a:spLocks noGrp="1"/>
          </p:cNvSpPr>
          <p:nvPr>
            <p:ph type="sldNum" idx="3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377EC01-AD1F-43B6-9F87-085ABFAED0E0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3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2" name="PlaceHolder 3"/>
          <p:cNvSpPr>
            <a:spLocks noGrp="1"/>
          </p:cNvSpPr>
          <p:nvPr>
            <p:ph type="sldNum" idx="3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F2F1D4AC-6311-4244-842D-314EC4B8B44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3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5" name="PlaceHolder 3"/>
          <p:cNvSpPr>
            <a:spLocks noGrp="1"/>
          </p:cNvSpPr>
          <p:nvPr>
            <p:ph type="sldNum" idx="3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170CE16D-A6E7-403B-9D74-6D502F3CD4C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3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8" name="PlaceHolder 3"/>
          <p:cNvSpPr>
            <a:spLocks noGrp="1"/>
          </p:cNvSpPr>
          <p:nvPr>
            <p:ph type="sldNum" idx="4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60B0C4B8-A0E2-4CE5-A4ED-9266B7B73F7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3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4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1" name="PlaceHolder 3"/>
          <p:cNvSpPr>
            <a:spLocks noGrp="1"/>
          </p:cNvSpPr>
          <p:nvPr>
            <p:ph type="sldNum" idx="4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D8CA7BE-8EF4-457E-A926-B9BCE8F43A9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4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4" name="PlaceHolder 3"/>
          <p:cNvSpPr>
            <a:spLocks noGrp="1"/>
          </p:cNvSpPr>
          <p:nvPr>
            <p:ph type="sldNum" idx="4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4F49ED3E-BB42-4E19-BBF1-88A2CBBFA3DE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4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7" name="PlaceHolder 3"/>
          <p:cNvSpPr>
            <a:spLocks noGrp="1"/>
          </p:cNvSpPr>
          <p:nvPr>
            <p:ph type="sldNum" idx="4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DC2958F7-5278-4999-9DD9-C521137D58EA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8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49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0" name="PlaceHolder 3"/>
          <p:cNvSpPr>
            <a:spLocks noGrp="1"/>
          </p:cNvSpPr>
          <p:nvPr>
            <p:ph type="sldNum" idx="44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CA14E6D9-B92A-44D5-AA9F-31EAA5063F4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1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5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3" name="PlaceHolder 3"/>
          <p:cNvSpPr>
            <a:spLocks noGrp="1"/>
          </p:cNvSpPr>
          <p:nvPr>
            <p:ph type="sldNum" idx="45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BE3BC59D-D248-4F52-8D3E-9CDAB6C25FF4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4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5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6" name="PlaceHolder 3"/>
          <p:cNvSpPr>
            <a:spLocks noGrp="1"/>
          </p:cNvSpPr>
          <p:nvPr>
            <p:ph type="sldNum" idx="46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32F9617A-B6A9-413E-9AC6-79A6FE281C8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7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5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59" name="PlaceHolder 3"/>
          <p:cNvSpPr>
            <a:spLocks noGrp="1"/>
          </p:cNvSpPr>
          <p:nvPr>
            <p:ph type="sldNum" idx="47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53C9BB28-464A-426D-9250-B6E0A4ADCEE8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0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6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2" name="PlaceHolder 3"/>
          <p:cNvSpPr>
            <a:spLocks noGrp="1"/>
          </p:cNvSpPr>
          <p:nvPr>
            <p:ph type="sldNum" idx="48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946D9CDA-9CAF-4BD6-B28A-B762E41E4F2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3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64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5" name="PlaceHolder 3"/>
          <p:cNvSpPr>
            <a:spLocks noGrp="1"/>
          </p:cNvSpPr>
          <p:nvPr>
            <p:ph type="sldNum" idx="49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9E00472-3F72-45B8-8F4B-5546281460A7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6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6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68" name="PlaceHolder 3"/>
          <p:cNvSpPr>
            <a:spLocks noGrp="1"/>
          </p:cNvSpPr>
          <p:nvPr>
            <p:ph type="sldNum" idx="50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7A292F5C-74A8-4B6C-936E-F8CA892E9C8D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9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7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1" name="PlaceHolder 3"/>
          <p:cNvSpPr>
            <a:spLocks noGrp="1"/>
          </p:cNvSpPr>
          <p:nvPr>
            <p:ph type="sldNum" idx="51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21B18D08-FB99-4EF9-A1A7-ABD5CF7BFAA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2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73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4" name="PlaceHolder 3"/>
          <p:cNvSpPr>
            <a:spLocks noGrp="1"/>
          </p:cNvSpPr>
          <p:nvPr>
            <p:ph type="sldNum" idx="52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019B6A91-0AE6-41A0-B63F-212BA736B825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1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75" name="PlaceHolder 1"/>
          <p:cNvSpPr>
            <a:spLocks noGrp="1"/>
          </p:cNvSpPr>
          <p:nvPr>
            <p:ph type="sldImg"/>
          </p:nvPr>
        </p:nvSpPr>
        <p:spPr>
          <a:xfrm>
            <a:off x="685800" y="1143000"/>
            <a:ext cx="5483880" cy="3083760"/>
          </a:xfrm>
          <a:prstGeom prst="rect">
            <a:avLst/>
          </a:prstGeom>
          <a:ln w="0">
            <a:noFill/>
          </a:ln>
        </p:spPr>
      </p:sp>
      <p:sp>
        <p:nvSpPr>
          <p:cNvPr id="776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3880" cy="35978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p>
            <a:pPr indent="0" algn="l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7" name="PlaceHolder 3"/>
          <p:cNvSpPr>
            <a:spLocks noGrp="1"/>
          </p:cNvSpPr>
          <p:nvPr>
            <p:ph type="sldNum" idx="53"/>
          </p:nvPr>
        </p:nvSpPr>
        <p:spPr>
          <a:xfrm>
            <a:off x="3884760" y="8685360"/>
            <a:ext cx="2969280" cy="45612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tabLst>
                <a:tab pos="0" algn="l"/>
              </a:tabLst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indent="0" algn="r" defTabSz="914400">
              <a:lnSpc>
                <a:spcPct val="100000"/>
              </a:lnSpc>
              <a:buNone/>
              <a:tabLst>
                <a:tab pos="0" algn="l"/>
              </a:tabLst>
            </a:pPr>
            <a:fld id="{AF835936-FB7C-4E21-9E44-C5677403A09F}" type="slidenum">
              <a: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rPr>
              <a:t>&lt;number&gt;</a:t>
            </a:fld>
            <a:endParaRPr lang="en-US" sz="12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</p:notes>
</file>

<file path=ppt/slideLayouts/_rels/slideLayout1.xml.rels><?xml version="1.0" encoding="UTF-8"?>
<Relationships xmlns="http://schemas.openxmlformats.org/package/2006/relationships"><Relationship Id="rId1" Type="http://schemas.openxmlformats.org/officeDocument/2006/relationships/slideMaster" Target="../slideMasters/slideMaster1.xml"/>
</Relationships>
</file>

<file path=ppt/slideLayouts/slideLayout1.xml><?xml version="1.0" encoding="utf-8"?>
<p:sldLayout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</p:sldLayout>
</file>

<file path=ppt/slideMasters/_rels/slideMaster1.xml.rels><?xml version="1.0" encoding="UTF-8"?>
<Relationships xmlns="http://schemas.openxmlformats.org/package/2006/relationships"><Relationship Id="rId1" Type="http://schemas.openxmlformats.org/officeDocument/2006/relationships/theme" Target="../theme/theme1.xml"/><Relationship Id="rId2" Type="http://schemas.openxmlformats.org/officeDocument/2006/relationships/slideLayout" Target="../slideLayouts/slideLayout1.xml"/>
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480" y="273600"/>
            <a:ext cx="1097244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>
            <a:lvl1pPr indent="0" algn="l" defTabSz="914400">
              <a:lnSpc>
                <a:spcPct val="90000"/>
              </a:lnSpc>
              <a:buNone/>
              <a:tabLst>
                <a:tab pos="0" algn="l"/>
              </a:tabLst>
              <a:def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</a:lstStyle>
          <a:p>
            <a:pPr indent="0" algn="l" defTabSz="914400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18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  <a:endParaRPr lang="en-US" sz="18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480" y="1604520"/>
            <a:ext cx="1097244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>
            <a:lvl1pPr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1pPr>
            <a:lvl2pPr lvl="1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2pPr>
            <a:lvl3pPr lvl="2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3pPr>
            <a:lvl4pPr lvl="3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4pPr>
            <a:lvl5pPr lvl="4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5pPr>
            <a:lvl6pPr lvl="5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6pPr>
            <a:lvl7pPr lvl="6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defRPr>
            </a:lvl7pPr>
          </a:lstStyle>
          <a:p>
            <a:pPr indent="-324000" algn="l" defTabSz="914400">
              <a:lnSpc>
                <a:spcPct val="90000"/>
              </a:lnSpc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  <a:endParaRPr lang="en-US" sz="32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864000" lvl="1" indent="-324000" algn="l" defTabSz="914400">
              <a:lnSpc>
                <a:spcPct val="90000"/>
              </a:lnSpc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  <a:endParaRPr lang="en-US" sz="24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296000" lvl="2" indent="-288000" algn="l" defTabSz="914400">
              <a:lnSpc>
                <a:spcPct val="90000"/>
              </a:lnSpc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1728000" lvl="3" indent="-216000" algn="l" defTabSz="914400">
              <a:lnSpc>
                <a:spcPct val="90000"/>
              </a:lnSpc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160000" lvl="4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2592000" lvl="5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  <a:p>
            <a:pPr marL="3024000" lvl="6" indent="-216000" algn="l" defTabSz="914400">
              <a:lnSpc>
                <a:spcPct val="90000"/>
              </a:lnSpc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0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  <a:endParaRPr lang="en-US" sz="2000" b="0" u="none" strike="noStrike">
              <a:solidFill>
                <a:schemeClr val="dk1"/>
              </a:solidFill>
              <a:effectLst/>
              <a:uFillTx/>
              <a:latin typeface="Calibri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2"/>
  </p:sldLayoutIdLst>
</p:sldMaster>
</file>

<file path=ppt/slides/_rels/slide1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
</Relationships>
</file>

<file path=ppt/slides/_rels/slide2.xml.rels><?xml version="1.0" encoding="UTF-8"?>
<Relationships xmlns="http://schemas.openxmlformats.org/package/2006/relationships"><Relationship Id="rId1" Type="http://schemas.openxmlformats.org/officeDocument/2006/relationships/image" Target="../media/image2.png"/><Relationship Id="rId2" Type="http://schemas.openxmlformats.org/officeDocument/2006/relationships/image" Target="../media/image3.png"/><Relationship Id="rId3" Type="http://schemas.openxmlformats.org/officeDocument/2006/relationships/image" Target="../media/image4.png"/><Relationship Id="rId4" Type="http://schemas.openxmlformats.org/officeDocument/2006/relationships/image" Target="../media/image5.png"/><Relationship Id="rId5" Type="http://schemas.openxmlformats.org/officeDocument/2006/relationships/image" Target="../media/image6.png"/><Relationship Id="rId6" Type="http://schemas.openxmlformats.org/officeDocument/2006/relationships/image" Target="../media/image7.png"/><Relationship Id="rId7" Type="http://schemas.openxmlformats.org/officeDocument/2006/relationships/image" Target="../media/image8.png"/><Relationship Id="rId8" Type="http://schemas.openxmlformats.org/officeDocument/2006/relationships/image" Target="../media/image9.png"/><Relationship Id="rId9" Type="http://schemas.openxmlformats.org/officeDocument/2006/relationships/image" Target="../media/image10.pn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2.xml"/>
</Relationships>
</file>

<file path=ppt/slides/_rels/slide3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
</Relationships>
</file>

<file path=ppt/slides/_rels/slide4.xml.rels><?xml version="1.0" encoding="UTF-8"?>
<Relationships xmlns="http://schemas.openxmlformats.org/package/2006/relationships"><Relationship Id="rId1" Type="http://schemas.openxmlformats.org/officeDocument/2006/relationships/image" Target="../media/image1.png"/><Relationship Id="rId2" Type="http://schemas.openxmlformats.org/officeDocument/2006/relationships/image" Target="../media/image1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.xml"/>
</Relationships>
</file>

<file path=ppt/slides/_rels/slide5.xml.rels><?xml version="1.0" encoding="UTF-8"?>
<Relationships xmlns="http://schemas.openxmlformats.org/package/2006/relationships"><Relationship Id="rId1" Type="http://schemas.openxmlformats.org/officeDocument/2006/relationships/image" Target="../media/image11.png"/><Relationship Id="rId2" Type="http://schemas.openxmlformats.org/officeDocument/2006/relationships/image" Target="../media/image12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
</Relationships>
</file>

<file path=ppt/slides/_rels/slide6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6.xml"/>
</Relationships>
</file>

<file path=ppt/slides/_rels/slide7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
</Relationships>
</file>

<file path=ppt/slides/_rels/slide8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8.xml"/>
</Relationships>
</file>

<file path=ppt/slides/_rels/slide9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
</Relationships>
</file>

<file path=ppt/slides/_rels/slide10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
</Relationships>
</file>

<file path=ppt/slides/_rels/slide11.xml.rels><?xml version="1.0" encoding="UTF-8"?>
<Relationships xmlns="http://schemas.openxmlformats.org/package/2006/relationships"><Relationship Id="rId1" Type="http://schemas.openxmlformats.org/officeDocument/2006/relationships/image" Target="../media/image1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
</Relationships>
</file>

<file path=ppt/slides/_rels/slide12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7.png"/><Relationship Id="rId3" Type="http://schemas.openxmlformats.org/officeDocument/2006/relationships/image" Target="../media/image7.png"/><Relationship Id="rId4" Type="http://schemas.openxmlformats.org/officeDocument/2006/relationships/image" Target="../media/image7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
</Relationships>
</file>

<file path=ppt/slides/_rels/slide13.xml.rels><?xml version="1.0" encoding="UTF-8"?>
<Relationships xmlns="http://schemas.openxmlformats.org/package/2006/relationships"><Relationship Id="rId1" Type="http://schemas.openxmlformats.org/officeDocument/2006/relationships/image" Target="../media/image19.png"/><Relationship Id="rId2" Type="http://schemas.openxmlformats.org/officeDocument/2006/relationships/image" Target="../media/image18.png"/><Relationship Id="rId3" Type="http://schemas.openxmlformats.org/officeDocument/2006/relationships/image" Target="../media/image20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3.xml"/>
</Relationships>
</file>

<file path=ppt/slides/_rels/slide14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
</Relationships>
</file>

<file path=ppt/slides/_rels/slide15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
</Relationships>
</file>

<file path=ppt/slides/_rels/slide16.xml.rels><?xml version="1.0" encoding="UTF-8"?>
<Relationships xmlns="http://schemas.openxmlformats.org/package/2006/relationships"><Relationship Id="rId1" Type="http://schemas.openxmlformats.org/officeDocument/2006/relationships/image" Target="../media/image21.png"/><Relationship Id="rId2" Type="http://schemas.openxmlformats.org/officeDocument/2006/relationships/image" Target="../media/image5.png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6.xml"/>
</Relationships>
</file>

<file path=ppt/slides/_rels/slide17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7.xml"/>
</Relationships>
</file>

<file path=ppt/slides/_rels/slide18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
</Relationships>
</file>

<file path=ppt/slides/_rels/slide1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
</Relationships>
</file>

<file path=ppt/slides/_rels/slide20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
</Relationships>
</file>

<file path=ppt/slides/_rels/slide21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image" Target="../media/image6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1.xml"/>
</Relationships>
</file>

<file path=ppt/slides/_rels/slide22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
</Relationships>
</file>

<file path=ppt/slides/_rels/slide23.xml.rels><?xml version="1.0" encoding="UTF-8"?>
<Relationships xmlns="http://schemas.openxmlformats.org/package/2006/relationships"><Relationship Id="rId1" Type="http://schemas.openxmlformats.org/officeDocument/2006/relationships/image" Target="../media/image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
</Relationships>
</file>

<file path=ppt/slides/_rels/slide24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7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4.xml"/>
</Relationships>
</file>

<file path=ppt/slides/_rels/slide2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
</Relationships>
</file>

<file path=ppt/slides/_rels/slide26.xml.rels><?xml version="1.0" encoding="UTF-8"?>
<Relationships xmlns="http://schemas.openxmlformats.org/package/2006/relationships"><Relationship Id="rId1" Type="http://schemas.openxmlformats.org/officeDocument/2006/relationships/image" Target="../media/image2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
</Relationships>
</file>

<file path=ppt/slides/_rels/slide27.xml.rels><?xml version="1.0" encoding="UTF-8"?>
<Relationships xmlns="http://schemas.openxmlformats.org/package/2006/relationships"><Relationship Id="rId1" Type="http://schemas.openxmlformats.org/officeDocument/2006/relationships/image" Target="../media/image2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
</Relationships>
</file>

<file path=ppt/slides/_rels/slide28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
</Relationships>
</file>

<file path=ppt/slides/_rels/slide29.xml.rels><?xml version="1.0" encoding="UTF-8"?>
<Relationships xmlns="http://schemas.openxmlformats.org/package/2006/relationships"><Relationship Id="rId1" Type="http://schemas.openxmlformats.org/officeDocument/2006/relationships/image" Target="../media/image3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
</Relationships>
</file>

<file path=ppt/slides/_rels/slide30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
</Relationships>
</file>

<file path=ppt/slides/_rels/slide31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image" Target="../media/image8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31.xml"/>
</Relationships>
</file>

<file path=ppt/slides/_rels/slide32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
</Relationships>
</file>

<file path=ppt/slides/_rels/slide33.xml.rels><?xml version="1.0" encoding="UTF-8"?>
<Relationships xmlns="http://schemas.openxmlformats.org/package/2006/relationships"><Relationship Id="rId1" Type="http://schemas.openxmlformats.org/officeDocument/2006/relationships/image" Target="../media/image24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
</Relationships>
</file>

<file path=ppt/slides/_rels/slide34.xml.rels><?xml version="1.0" encoding="UTF-8"?>
<Relationships xmlns="http://schemas.openxmlformats.org/package/2006/relationships"><Relationship Id="rId1" Type="http://schemas.openxmlformats.org/officeDocument/2006/relationships/image" Target="../media/image8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4.xml"/>
</Relationships>
</file>

<file path=ppt/slides/_rels/slide35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5.xml"/>
</Relationships>
</file>

<file path=ppt/slides/_rels/slide36.xml.rels><?xml version="1.0" encoding="UTF-8"?>
<Relationships xmlns="http://schemas.openxmlformats.org/package/2006/relationships"><Relationship Id="rId1" Type="http://schemas.openxmlformats.org/officeDocument/2006/relationships/image" Target="../media/image12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
</Relationships>
</file>

<file path=ppt/slides/_rels/slide37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
</Relationships>
</file>

<file path=ppt/slides/_rels/slide38.xml.rels><?xml version="1.0" encoding="UTF-8"?>
<Relationships xmlns="http://schemas.openxmlformats.org/package/2006/relationships"><Relationship Id="rId1" Type="http://schemas.openxmlformats.org/officeDocument/2006/relationships/image" Target="../media/image25.png"/><Relationship Id="rId2" Type="http://schemas.openxmlformats.org/officeDocument/2006/relationships/image" Target="../media/image20.png"/><Relationship Id="rId3" Type="http://schemas.openxmlformats.org/officeDocument/2006/relationships/image" Target="../media/image4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38.xml"/>
</Relationships>
</file>

<file path=ppt/slides/_rels/slide39.xml.rels><?xml version="1.0" encoding="UTF-8"?>
<Relationships xmlns="http://schemas.openxmlformats.org/package/2006/relationships"><Relationship Id="rId1" Type="http://schemas.openxmlformats.org/officeDocument/2006/relationships/image" Target="../media/image1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
</Relationships>
</file>

<file path=ppt/slides/_rels/slide40.xml.rels><?xml version="1.0" encoding="UTF-8"?>
<Relationships xmlns="http://schemas.openxmlformats.org/package/2006/relationships"><Relationship Id="rId1" Type="http://schemas.openxmlformats.org/officeDocument/2006/relationships/image" Target="../media/image4.png"/><Relationship Id="rId2" Type="http://schemas.openxmlformats.org/officeDocument/2006/relationships/image" Target="../media/image4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0.xml"/>
</Relationships>
</file>

<file path=ppt/slides/_rels/slide41.xml.rels><?xml version="1.0" encoding="UTF-8"?>
<Relationships xmlns="http://schemas.openxmlformats.org/package/2006/relationships"><Relationship Id="rId1" Type="http://schemas.openxmlformats.org/officeDocument/2006/relationships/image" Target="../media/image26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1.xml"/>
</Relationships>
</file>

<file path=ppt/slides/_rels/slide42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2.xml"/>
</Relationships>
</file>

<file path=ppt/slides/_rels/slide43.xml.rels><?xml version="1.0" encoding="UTF-8"?>
<Relationships xmlns="http://schemas.openxmlformats.org/package/2006/relationships"><Relationship Id="rId1" Type="http://schemas.openxmlformats.org/officeDocument/2006/relationships/image" Target="../media/image27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3.xml"/>
</Relationships>
</file>

<file path=ppt/slides/_rels/slide44.xml.rels><?xml version="1.0" encoding="UTF-8"?>
<Relationships xmlns="http://schemas.openxmlformats.org/package/2006/relationships"><Relationship Id="rId1" Type="http://schemas.openxmlformats.org/officeDocument/2006/relationships/image" Target="../media/image5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4.xml"/>
</Relationships>
</file>

<file path=ppt/slides/_rels/slide45.xml.rels><?xml version="1.0" encoding="UTF-8"?>
<Relationships xmlns="http://schemas.openxmlformats.org/package/2006/relationships"><Relationship Id="rId1" Type="http://schemas.openxmlformats.org/officeDocument/2006/relationships/image" Target="../media/image7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5.xml"/>
</Relationships>
</file>

<file path=ppt/slides/_rels/slide46.xml.rels><?xml version="1.0" encoding="UTF-8"?>
<Relationships xmlns="http://schemas.openxmlformats.org/package/2006/relationships"><Relationship Id="rId1" Type="http://schemas.openxmlformats.org/officeDocument/2006/relationships/image" Target="../media/image9.png"/><Relationship Id="rId2" Type="http://schemas.openxmlformats.org/officeDocument/2006/relationships/image" Target="../media/image28.png"/><Relationship Id="rId3" Type="http://schemas.openxmlformats.org/officeDocument/2006/relationships/image" Target="../media/image28.png"/><Relationship Id="rId4" Type="http://schemas.openxmlformats.org/officeDocument/2006/relationships/image" Target="../media/image28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6.xml"/>
</Relationships>
</file>

<file path=ppt/slides/_rels/slide47.xml.rels><?xml version="1.0" encoding="UTF-8"?>
<Relationships xmlns="http://schemas.openxmlformats.org/package/2006/relationships"><Relationship Id="rId1" Type="http://schemas.openxmlformats.org/officeDocument/2006/relationships/image" Target="../media/image10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7.xml"/>
</Relationships>
</file>

<file path=ppt/slides/_rels/slide48.xml.rels><?xml version="1.0" encoding="UTF-8"?>
<Relationships xmlns="http://schemas.openxmlformats.org/package/2006/relationships"><Relationship Id="rId1" Type="http://schemas.openxmlformats.org/officeDocument/2006/relationships/image" Target="../media/image15.png"/><Relationship Id="rId2" Type="http://schemas.openxmlformats.org/officeDocument/2006/relationships/image" Target="../media/image15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8.xml"/>
</Relationships>
</file>

<file path=ppt/slides/_rels/slide49.xml.rels><?xml version="1.0" encoding="UTF-8"?>
<Relationships xmlns="http://schemas.openxmlformats.org/package/2006/relationships"><Relationship Id="rId1" Type="http://schemas.openxmlformats.org/officeDocument/2006/relationships/image" Target="../media/image13.png"/><Relationship Id="rId2" Type="http://schemas.openxmlformats.org/officeDocument/2006/relationships/image" Target="../media/image13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49.xml"/>
</Relationships>
</file>

<file path=ppt/slides/_rels/slide50.xml.rels><?xml version="1.0" encoding="UTF-8"?>
<Relationships xmlns="http://schemas.openxmlformats.org/package/2006/relationships"><Relationship Id="rId1" Type="http://schemas.openxmlformats.org/officeDocument/2006/relationships/image" Target="../media/image29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0.xml"/>
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Shape 0"/>
          <p:cNvSpPr/>
          <p:nvPr/>
        </p:nvSpPr>
        <p:spPr>
          <a:xfrm>
            <a:off x="-2286000" y="3657600"/>
            <a:ext cx="6398280" cy="63982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" name="Shape 1"/>
          <p:cNvSpPr/>
          <p:nvPr/>
        </p:nvSpPr>
        <p:spPr>
          <a:xfrm>
            <a:off x="8229600" y="-2743200"/>
            <a:ext cx="6398280" cy="63982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" name="Shape 2"/>
          <p:cNvSpPr/>
          <p:nvPr/>
        </p:nvSpPr>
        <p:spPr>
          <a:xfrm>
            <a:off x="5501520" y="1417320"/>
            <a:ext cx="1186200" cy="118620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" name="Image 0" descr="/home/claude/work/icons/FaCubes.png"/>
          <p:cNvPicPr/>
          <p:nvPr/>
        </p:nvPicPr>
        <p:blipFill>
          <a:blip r:embed="rId1"/>
          <a:stretch/>
        </p:blipFill>
        <p:spPr>
          <a:xfrm>
            <a:off x="5803200" y="1710000"/>
            <a:ext cx="582840" cy="5828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" name="Text 3"/>
          <p:cNvSpPr/>
          <p:nvPr/>
        </p:nvSpPr>
        <p:spPr>
          <a:xfrm>
            <a:off x="914400" y="2880360"/>
            <a:ext cx="10360440" cy="911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4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Object-Oriented Programming</a:t>
            </a:r>
            <a:endParaRPr lang="en-US" sz="4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5" name="Text 4"/>
          <p:cNvSpPr/>
          <p:nvPr/>
        </p:nvSpPr>
        <p:spPr>
          <a:xfrm>
            <a:off x="1554480" y="3794760"/>
            <a:ext cx="9080280" cy="637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0" u="none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Classes, Objects &amp; the Four Pillars — Encapsulation, Abstraction, Inheritance, Polymorphism</a:t>
            </a:r>
            <a:endParaRPr lang="en-US" sz="15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6" name="Text 5"/>
          <p:cNvSpPr/>
          <p:nvPr/>
        </p:nvSpPr>
        <p:spPr>
          <a:xfrm>
            <a:off x="914400" y="4480560"/>
            <a:ext cx="1036044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Session 10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7" name="Text 6"/>
          <p:cNvSpPr/>
          <p:nvPr/>
        </p:nvSpPr>
        <p:spPr>
          <a:xfrm>
            <a:off x="11094480" y="649224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9" name="Image 0" descr="/home/claude/work/icons/FaListUl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We're Covering Today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" name="Shape 2"/>
          <p:cNvSpPr/>
          <p:nvPr/>
        </p:nvSpPr>
        <p:spPr>
          <a:xfrm>
            <a:off x="548640" y="1396080"/>
            <a:ext cx="308520" cy="308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" name="Image 1" descr="/home/claude/work/icons/FaSitemap.png"/>
          <p:cNvPicPr/>
          <p:nvPr/>
        </p:nvPicPr>
        <p:blipFill>
          <a:blip r:embed="rId2"/>
          <a:stretch/>
        </p:blipFill>
        <p:spPr>
          <a:xfrm>
            <a:off x="617040" y="1464480"/>
            <a:ext cx="171720" cy="17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" name="Text 3"/>
          <p:cNvSpPr/>
          <p:nvPr/>
        </p:nvSpPr>
        <p:spPr>
          <a:xfrm>
            <a:off x="1060560" y="1234440"/>
            <a:ext cx="10579680" cy="63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Why OOP exists — the shift from separate data and functions to bundled objects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" name="Shape 4"/>
          <p:cNvSpPr/>
          <p:nvPr/>
        </p:nvSpPr>
        <p:spPr>
          <a:xfrm>
            <a:off x="548640" y="203040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" name="Image 2" descr="/home/claude/work/icons/FaCube.png"/>
          <p:cNvPicPr/>
          <p:nvPr/>
        </p:nvPicPr>
        <p:blipFill>
          <a:blip r:embed="rId3"/>
          <a:stretch/>
        </p:blipFill>
        <p:spPr>
          <a:xfrm>
            <a:off x="617040" y="2098800"/>
            <a:ext cx="171720" cy="17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" name="Text 5"/>
          <p:cNvSpPr/>
          <p:nvPr/>
        </p:nvSpPr>
        <p:spPr>
          <a:xfrm>
            <a:off x="1060560" y="1868760"/>
            <a:ext cx="10579680" cy="63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Classes and objects — __init__, self, attributes, and methods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" name="Shape 6"/>
          <p:cNvSpPr/>
          <p:nvPr/>
        </p:nvSpPr>
        <p:spPr>
          <a:xfrm>
            <a:off x="548640" y="2665080"/>
            <a:ext cx="308520" cy="308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" name="Image 3" descr="/home/claude/work/icons/FaUserShield.png"/>
          <p:cNvPicPr/>
          <p:nvPr/>
        </p:nvPicPr>
        <p:blipFill>
          <a:blip r:embed="rId4"/>
          <a:stretch/>
        </p:blipFill>
        <p:spPr>
          <a:xfrm>
            <a:off x="617040" y="2733480"/>
            <a:ext cx="171720" cy="17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Text 7"/>
          <p:cNvSpPr/>
          <p:nvPr/>
        </p:nvSpPr>
        <p:spPr>
          <a:xfrm>
            <a:off x="1060560" y="2503080"/>
            <a:ext cx="10579680" cy="63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Encapsulation — controlling access with naming conventions and @property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" name="Shape 8"/>
          <p:cNvSpPr/>
          <p:nvPr/>
        </p:nvSpPr>
        <p:spPr>
          <a:xfrm>
            <a:off x="548640" y="329940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" name="Image 4" descr="/home/claude/work/icons/FaTheaterMasks.png"/>
          <p:cNvPicPr/>
          <p:nvPr/>
        </p:nvPicPr>
        <p:blipFill>
          <a:blip r:embed="rId5"/>
          <a:stretch/>
        </p:blipFill>
        <p:spPr>
          <a:xfrm>
            <a:off x="617040" y="3367800"/>
            <a:ext cx="171720" cy="17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Text 9"/>
          <p:cNvSpPr/>
          <p:nvPr/>
        </p:nvSpPr>
        <p:spPr>
          <a:xfrm>
            <a:off x="1060560" y="3137400"/>
            <a:ext cx="10579680" cy="63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Abstraction — hiding complexity behind a simple interface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" name="Shape 10"/>
          <p:cNvSpPr/>
          <p:nvPr/>
        </p:nvSpPr>
        <p:spPr>
          <a:xfrm>
            <a:off x="548640" y="3933720"/>
            <a:ext cx="308520" cy="308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" name="Image 5" descr="/home/claude/work/icons/FaDna.png"/>
          <p:cNvPicPr/>
          <p:nvPr/>
        </p:nvPicPr>
        <p:blipFill>
          <a:blip r:embed="rId6"/>
          <a:stretch/>
        </p:blipFill>
        <p:spPr>
          <a:xfrm>
            <a:off x="617040" y="4002120"/>
            <a:ext cx="171720" cy="17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5" name="Text 11"/>
          <p:cNvSpPr/>
          <p:nvPr/>
        </p:nvSpPr>
        <p:spPr>
          <a:xfrm>
            <a:off x="1060560" y="3772080"/>
            <a:ext cx="10579680" cy="63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Inheritance — building new classes from existing ones, and super()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" name="Shape 12"/>
          <p:cNvSpPr/>
          <p:nvPr/>
        </p:nvSpPr>
        <p:spPr>
          <a:xfrm>
            <a:off x="548640" y="456804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7" name="Image 6" descr="/home/claude/work/icons/FaRandom.png"/>
          <p:cNvPicPr/>
          <p:nvPr/>
        </p:nvPicPr>
        <p:blipFill>
          <a:blip r:embed="rId7"/>
          <a:stretch/>
        </p:blipFill>
        <p:spPr>
          <a:xfrm>
            <a:off x="617040" y="4636440"/>
            <a:ext cx="171720" cy="17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Text 13"/>
          <p:cNvSpPr/>
          <p:nvPr/>
        </p:nvSpPr>
        <p:spPr>
          <a:xfrm>
            <a:off x="1060560" y="4406400"/>
            <a:ext cx="10579680" cy="63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Polymorphism — one interface, many behaviors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" name="Shape 14"/>
          <p:cNvSpPr/>
          <p:nvPr/>
        </p:nvSpPr>
        <p:spPr>
          <a:xfrm>
            <a:off x="548640" y="5202360"/>
            <a:ext cx="308520" cy="3085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" name="Image 7" descr="/home/claude/work/icons/FaCode.png"/>
          <p:cNvPicPr/>
          <p:nvPr/>
        </p:nvPicPr>
        <p:blipFill>
          <a:blip r:embed="rId8"/>
          <a:stretch/>
        </p:blipFill>
        <p:spPr>
          <a:xfrm>
            <a:off x="617040" y="5270760"/>
            <a:ext cx="171720" cy="17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Text 15"/>
          <p:cNvSpPr/>
          <p:nvPr/>
        </p:nvSpPr>
        <p:spPr>
          <a:xfrm>
            <a:off x="1060560" y="5040720"/>
            <a:ext cx="10579680" cy="63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Python-specific details — dunder methods, classmethod/staticmethod, MRO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" name="Shape 16"/>
          <p:cNvSpPr/>
          <p:nvPr/>
        </p:nvSpPr>
        <p:spPr>
          <a:xfrm>
            <a:off x="548640" y="583668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" name="Image 8" descr="/home/claude/work/icons/FaPuzzlePiece.png"/>
          <p:cNvPicPr/>
          <p:nvPr/>
        </p:nvPicPr>
        <p:blipFill>
          <a:blip r:embed="rId9"/>
          <a:stretch/>
        </p:blipFill>
        <p:spPr>
          <a:xfrm>
            <a:off x="617040" y="5905080"/>
            <a:ext cx="171720" cy="171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4" name="Text 17"/>
          <p:cNvSpPr/>
          <p:nvPr/>
        </p:nvSpPr>
        <p:spPr>
          <a:xfrm>
            <a:off x="1060560" y="5675040"/>
            <a:ext cx="10579680" cy="63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Today's tasks and two mini projects combining everything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5" name="Text 18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" name="Text 19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Shape 0"/>
          <p:cNvSpPr/>
          <p:nvPr/>
        </p:nvSpPr>
        <p:spPr>
          <a:xfrm>
            <a:off x="-2286000" y="3657600"/>
            <a:ext cx="6398280" cy="63982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8" name="Shape 1"/>
          <p:cNvSpPr/>
          <p:nvPr/>
        </p:nvSpPr>
        <p:spPr>
          <a:xfrm>
            <a:off x="8229600" y="-2743200"/>
            <a:ext cx="6398280" cy="63982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" name="Shape 2"/>
          <p:cNvSpPr/>
          <p:nvPr/>
        </p:nvSpPr>
        <p:spPr>
          <a:xfrm>
            <a:off x="5638680" y="868680"/>
            <a:ext cx="911880" cy="911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" name="Image 0" descr="/home/claude/work/icons/FaSitemap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6320" cy="436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" name="Text 3"/>
          <p:cNvSpPr/>
          <p:nvPr/>
        </p:nvSpPr>
        <p:spPr>
          <a:xfrm>
            <a:off x="914400" y="2057400"/>
            <a:ext cx="103604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1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" name="Text 4"/>
          <p:cNvSpPr/>
          <p:nvPr/>
        </p:nvSpPr>
        <p:spPr>
          <a:xfrm>
            <a:off x="1188720" y="2441520"/>
            <a:ext cx="981180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Why Object-Oriented Programming?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" name="Text 5"/>
          <p:cNvSpPr/>
          <p:nvPr/>
        </p:nvSpPr>
        <p:spPr>
          <a:xfrm>
            <a:off x="1920240" y="3630240"/>
            <a:ext cx="834876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Every program you’ve written so far kept its data and its logic separate. OOP bundles them together.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4" name="Text 6"/>
          <p:cNvSpPr/>
          <p:nvPr/>
        </p:nvSpPr>
        <p:spPr>
          <a:xfrm>
            <a:off x="11094480" y="649224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" name="Image 0" descr="/home/claude/work/icons/FaCubes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Is OOP, Really?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" name="Shape 2"/>
          <p:cNvSpPr/>
          <p:nvPr/>
        </p:nvSpPr>
        <p:spPr>
          <a:xfrm>
            <a:off x="548640" y="1234440"/>
            <a:ext cx="3243600" cy="511812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" name="Shape 3"/>
          <p:cNvSpPr/>
          <p:nvPr/>
        </p:nvSpPr>
        <p:spPr>
          <a:xfrm>
            <a:off x="1645920" y="1737360"/>
            <a:ext cx="1049040" cy="1049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" name="Image 1" descr="/home/claude/work/icons/FaCubes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7760" cy="52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" name="Text 4"/>
          <p:cNvSpPr/>
          <p:nvPr/>
        </p:nvSpPr>
        <p:spPr>
          <a:xfrm>
            <a:off x="731520" y="3017520"/>
            <a:ext cx="2877840" cy="30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Data +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behavior,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bundled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2" name="Text 5"/>
          <p:cNvSpPr/>
          <p:nvPr/>
        </p:nvSpPr>
        <p:spPr>
          <a:xfrm>
            <a:off x="4206240" y="1280160"/>
            <a:ext cx="7434360" cy="50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Object-oriented programming organizes code around objects — self-contained units that bundle data (attributes) together with the functions that act on that data (methods)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Up to now, a "dog" in your code was just a dictionary, and bark() was a separate function you had to remember to call correctly, on the right dictionary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 OOP, a Dog object carries its own data and its own behavior together — dog.bark() instead of bark(dog_dict)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2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isn’t a new language feature — it’s a different way of organizing the same logic, and it’s how almost every large, real-world codebase is structured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3" name="Text 6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4" name="Text 7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5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6" name="Image 0" descr="/home/claude/work/icons/FaBalanceScale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7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Procedural vs. Object-Oriented — The Same Problem, Two Ways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8" name="Shape 2"/>
          <p:cNvSpPr/>
          <p:nvPr/>
        </p:nvSpPr>
        <p:spPr>
          <a:xfrm>
            <a:off x="548640" y="1234440"/>
            <a:ext cx="5361840" cy="511812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9" name="Shape 3"/>
          <p:cNvSpPr/>
          <p:nvPr/>
        </p:nvSpPr>
        <p:spPr>
          <a:xfrm>
            <a:off x="822960" y="1508760"/>
            <a:ext cx="454680" cy="454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0" name="Image 1" descr="/home/claude/work/icons/FaFileAlt.png"/>
          <p:cNvPicPr/>
          <p:nvPr/>
        </p:nvPicPr>
        <p:blipFill>
          <a:blip r:embed="rId2"/>
          <a:stretch/>
        </p:blipFill>
        <p:spPr>
          <a:xfrm>
            <a:off x="923400" y="160920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1" name="Text 4"/>
          <p:cNvSpPr/>
          <p:nvPr/>
        </p:nvSpPr>
        <p:spPr>
          <a:xfrm>
            <a:off x="1444680" y="1508760"/>
            <a:ext cx="42829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You’ve Been Doing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2" name="Text 5"/>
          <p:cNvSpPr/>
          <p:nvPr/>
        </p:nvSpPr>
        <p:spPr>
          <a:xfrm>
            <a:off x="841320" y="2194560"/>
            <a:ext cx="4776480" cy="392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dictionary holds the data: dog = {"name": "Rex", "energy": 100}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separate function operates on it: def bark(dog): ...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Nothing stops another part of the code from passing the wrong dictionary into bark()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As the program grows, data and the functions that use it drift further apart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Shape 6"/>
          <p:cNvSpPr/>
          <p:nvPr/>
        </p:nvSpPr>
        <p:spPr>
          <a:xfrm>
            <a:off x="6278760" y="1234440"/>
            <a:ext cx="5361840" cy="511812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Shape 7"/>
          <p:cNvSpPr/>
          <p:nvPr/>
        </p:nvSpPr>
        <p:spPr>
          <a:xfrm>
            <a:off x="6553080" y="1508760"/>
            <a:ext cx="454680" cy="454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75" name="Image 2" descr="/home/claude/work/icons/FaCube.png"/>
          <p:cNvPicPr/>
          <p:nvPr/>
        </p:nvPicPr>
        <p:blipFill>
          <a:blip r:embed="rId3"/>
          <a:stretch/>
        </p:blipFill>
        <p:spPr>
          <a:xfrm>
            <a:off x="6653520" y="160920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76" name="Text 8"/>
          <p:cNvSpPr/>
          <p:nvPr/>
        </p:nvSpPr>
        <p:spPr>
          <a:xfrm>
            <a:off x="7174800" y="1508760"/>
            <a:ext cx="42829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OOP Way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Text 9"/>
          <p:cNvSpPr/>
          <p:nvPr/>
        </p:nvSpPr>
        <p:spPr>
          <a:xfrm>
            <a:off x="6571440" y="2194560"/>
            <a:ext cx="4776480" cy="392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cla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ss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de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fin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es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bo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da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ta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an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be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ha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vio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to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ge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er,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on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pla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x =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Do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g("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x",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10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0)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cr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ea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tes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an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ob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jec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at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w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ns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w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da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ta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x.b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ar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k()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on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ly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er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act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on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x’s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w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da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ta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—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er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e’s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no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dic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tio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na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ry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to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mi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x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up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Da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ta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an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be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ha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vio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sta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ph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ysi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cal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ly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ne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xt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to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ea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ch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ot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he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as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pr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og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ra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m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gr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ow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Text 10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Text 11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1" name="Image 0" descr="/home/claude/work/icons/FaShapes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2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Where You Already See This in the Real World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Shape 2"/>
          <p:cNvSpPr/>
          <p:nvPr/>
        </p:nvSpPr>
        <p:spPr>
          <a:xfrm>
            <a:off x="548640" y="1234440"/>
            <a:ext cx="3482280" cy="511812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Shape 3"/>
          <p:cNvSpPr/>
          <p:nvPr/>
        </p:nvSpPr>
        <p:spPr>
          <a:xfrm>
            <a:off x="1902240" y="1600200"/>
            <a:ext cx="774720" cy="774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85" name="Image 1" descr="/home/claude/work/icons/FaCar.png"/>
          <p:cNvPicPr/>
          <p:nvPr/>
        </p:nvPicPr>
        <p:blipFill>
          <a:blip r:embed="rId2"/>
          <a:stretch/>
        </p:blipFill>
        <p:spPr>
          <a:xfrm>
            <a:off x="2099160" y="1792080"/>
            <a:ext cx="381600" cy="38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6" name="Text 4"/>
          <p:cNvSpPr/>
          <p:nvPr/>
        </p:nvSpPr>
        <p:spPr>
          <a:xfrm>
            <a:off x="731520" y="2560320"/>
            <a:ext cx="31165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Car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Text 5"/>
          <p:cNvSpPr/>
          <p:nvPr/>
        </p:nvSpPr>
        <p:spPr>
          <a:xfrm>
            <a:off x="777240" y="2971800"/>
            <a:ext cx="3025080" cy="31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speed, fuel level, gear. Its behavior is accelerate(), brake(), refuel() — all bundled into one "car" concept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Shape 6"/>
          <p:cNvSpPr/>
          <p:nvPr/>
        </p:nvSpPr>
        <p:spPr>
          <a:xfrm>
            <a:off x="4353480" y="1234440"/>
            <a:ext cx="3482280" cy="511812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Shape 7"/>
          <p:cNvSpPr/>
          <p:nvPr/>
        </p:nvSpPr>
        <p:spPr>
          <a:xfrm>
            <a:off x="5707080" y="1600200"/>
            <a:ext cx="774720" cy="7747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0" name="Image 2" descr="/home/claude/work/icons/FaWallet.png"/>
          <p:cNvPicPr/>
          <p:nvPr/>
        </p:nvPicPr>
        <p:blipFill>
          <a:blip r:embed="rId3"/>
          <a:stretch/>
        </p:blipFill>
        <p:spPr>
          <a:xfrm>
            <a:off x="5904000" y="1792080"/>
            <a:ext cx="381600" cy="38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1" name="Text 8"/>
          <p:cNvSpPr/>
          <p:nvPr/>
        </p:nvSpPr>
        <p:spPr>
          <a:xfrm>
            <a:off x="4536360" y="2560320"/>
            <a:ext cx="31165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Bank Account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2" name="Text 9"/>
          <p:cNvSpPr/>
          <p:nvPr/>
        </p:nvSpPr>
        <p:spPr>
          <a:xfrm>
            <a:off x="4582080" y="2971800"/>
            <a:ext cx="3025080" cy="31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balance and owner. Its behavior is deposit() and withdraw() — the only way the balance is allowed to change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3" name="Shape 10"/>
          <p:cNvSpPr/>
          <p:nvPr/>
        </p:nvSpPr>
        <p:spPr>
          <a:xfrm>
            <a:off x="8158320" y="1234440"/>
            <a:ext cx="3482280" cy="5118120"/>
          </a:xfrm>
          <a:prstGeom prst="roundRect">
            <a:avLst>
              <a:gd name="adj" fmla="val 2624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4" name="Shape 11"/>
          <p:cNvSpPr/>
          <p:nvPr/>
        </p:nvSpPr>
        <p:spPr>
          <a:xfrm>
            <a:off x="9511920" y="1600200"/>
            <a:ext cx="774720" cy="774720"/>
          </a:xfrm>
          <a:prstGeom prst="ellipse">
            <a:avLst/>
          </a:prstGeom>
          <a:solidFill>
            <a:srgbClr val="1E4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95" name="Image 3" descr="/home/claude/work/icons/FaGamepad.png"/>
          <p:cNvPicPr/>
          <p:nvPr/>
        </p:nvPicPr>
        <p:blipFill>
          <a:blip r:embed="rId4"/>
          <a:stretch/>
        </p:blipFill>
        <p:spPr>
          <a:xfrm>
            <a:off x="9708480" y="1792080"/>
            <a:ext cx="381600" cy="38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96" name="Text 12"/>
          <p:cNvSpPr/>
          <p:nvPr/>
        </p:nvSpPr>
        <p:spPr>
          <a:xfrm>
            <a:off x="8341200" y="2560320"/>
            <a:ext cx="311652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Game Character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Text 13"/>
          <p:cNvSpPr/>
          <p:nvPr/>
        </p:nvSpPr>
        <p:spPr>
          <a:xfrm>
            <a:off x="8386920" y="2971800"/>
            <a:ext cx="3025080" cy="31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Its data is health, position, inventory. Its behavior is attack(), move(), heal() — every game engine is built this way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Text 14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Text 15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Shape 0"/>
          <p:cNvSpPr/>
          <p:nvPr/>
        </p:nvSpPr>
        <p:spPr>
          <a:xfrm>
            <a:off x="-2286000" y="3657600"/>
            <a:ext cx="6398280" cy="63982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1" name="Shape 1"/>
          <p:cNvSpPr/>
          <p:nvPr/>
        </p:nvSpPr>
        <p:spPr>
          <a:xfrm>
            <a:off x="8229600" y="-2743200"/>
            <a:ext cx="6398280" cy="63982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2" name="Shape 2"/>
          <p:cNvSpPr/>
          <p:nvPr/>
        </p:nvSpPr>
        <p:spPr>
          <a:xfrm>
            <a:off x="5638680" y="868680"/>
            <a:ext cx="911880" cy="911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3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6320" cy="436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04" name="Text 3"/>
          <p:cNvSpPr/>
          <p:nvPr/>
        </p:nvSpPr>
        <p:spPr>
          <a:xfrm>
            <a:off x="914400" y="2057400"/>
            <a:ext cx="103604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2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5" name="Text 4"/>
          <p:cNvSpPr/>
          <p:nvPr/>
        </p:nvSpPr>
        <p:spPr>
          <a:xfrm>
            <a:off x="1188720" y="2441520"/>
            <a:ext cx="981180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Classes &amp; Objects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6" name="Text 5"/>
          <p:cNvSpPr/>
          <p:nvPr/>
        </p:nvSpPr>
        <p:spPr>
          <a:xfrm>
            <a:off x="1920240" y="3630240"/>
            <a:ext cx="834876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A class is the blueprint. An object is one specific thing built from that blueprint.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07" name="Text 6"/>
          <p:cNvSpPr/>
          <p:nvPr/>
        </p:nvSpPr>
        <p:spPr>
          <a:xfrm>
            <a:off x="11094480" y="649224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09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0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Is a Class?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1" name="Shape 2"/>
          <p:cNvSpPr/>
          <p:nvPr/>
        </p:nvSpPr>
        <p:spPr>
          <a:xfrm>
            <a:off x="548640" y="1234440"/>
            <a:ext cx="3243600" cy="511812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2" name="Shape 3"/>
          <p:cNvSpPr/>
          <p:nvPr/>
        </p:nvSpPr>
        <p:spPr>
          <a:xfrm>
            <a:off x="1645920" y="1737360"/>
            <a:ext cx="1049040" cy="1049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3" name="Image 1" descr="/home/claude/work/icons/FaCube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7760" cy="52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14" name="Text 4"/>
          <p:cNvSpPr/>
          <p:nvPr/>
        </p:nvSpPr>
        <p:spPr>
          <a:xfrm>
            <a:off x="731520" y="3017520"/>
            <a:ext cx="2877840" cy="30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blueprint,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not the thing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5" name="Text 5"/>
          <p:cNvSpPr/>
          <p:nvPr/>
        </p:nvSpPr>
        <p:spPr>
          <a:xfrm>
            <a:off x="4206240" y="1280160"/>
            <a:ext cx="7434360" cy="50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6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class is a blueprint — it defines what data and behavior every object built from it will have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6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blueprint for a house isn’t a house you can live in — a class isn’t something you use directly either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6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An object (also called an instance) is one actual thing built from that blueprint — with its own real values filled in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6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can build as many objects as you want from one class, and each one is independent of the others</a:t>
            </a:r>
            <a:endParaRPr lang="en-US" sz="2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6" name="Text 6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Text 7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19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0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Creating a Class and an Object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1" name="Text 2"/>
          <p:cNvSpPr/>
          <p:nvPr/>
        </p:nvSpPr>
        <p:spPr>
          <a:xfrm>
            <a:off x="548640" y="1234440"/>
            <a:ext cx="11091960" cy="11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5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class Dog: starts a class </a:t>
            </a:r>
            <a:r>
              <a:rPr lang="en-US" sz="15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definition — by </a:t>
            </a:r>
            <a:r>
              <a:rPr lang="en-US" sz="15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convention, class names </a:t>
            </a:r>
            <a:r>
              <a:rPr lang="en-US" sz="15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are CapitalizedLikeThis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5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Dog() calls the class like </a:t>
            </a:r>
            <a:r>
              <a:rPr lang="en-US" sz="15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function to create a </a:t>
            </a:r>
            <a:r>
              <a:rPr lang="en-US" sz="15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new object — this is </a:t>
            </a:r>
            <a:r>
              <a:rPr lang="en-US" sz="15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called instantiation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5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type() confirms what you </a:t>
            </a:r>
            <a:r>
              <a:rPr lang="en-US" sz="15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already know — rex </a:t>
            </a:r>
            <a:r>
              <a:rPr lang="en-US" sz="15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really is a Dog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2" name="Shape 3"/>
          <p:cNvSpPr/>
          <p:nvPr/>
        </p:nvSpPr>
        <p:spPr>
          <a:xfrm>
            <a:off x="548640" y="2569320"/>
            <a:ext cx="11091960" cy="37832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3" name="Text 4"/>
          <p:cNvSpPr/>
          <p:nvPr/>
        </p:nvSpPr>
        <p:spPr>
          <a:xfrm>
            <a:off x="868680" y="2752200"/>
            <a:ext cx="10451880" cy="34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    # empty class for now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Dog()      # create an object (instantiate)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milo = Dog()     # a second, independent object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print(type(rex))    # &lt;class '__main__.Dog'&gt;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 is milo)  # False — two separate objects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Text 5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5" name="Text 6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27" name="Image 0" descr="/home/claude/work/icons/FaKey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28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__init__ — The Constructor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Text 2"/>
          <p:cNvSpPr/>
          <p:nvPr/>
        </p:nvSpPr>
        <p:spPr>
          <a:xfrm>
            <a:off x="548640" y="1234440"/>
            <a:ext cx="11091960" cy="11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__init__ is a special method that runs automatically every time a new object is created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It’s where you set up the object’s starting data — "construct" its initial state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00000"/>
              </a:lnSpc>
              <a:spcBef>
                <a:spcPts val="1191"/>
              </a:spcBef>
              <a:spcAft>
                <a:spcPts val="992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double underscores mark it as a dunder method — Python-reserved, called automatically, never called directly. "Dunder" is short for "double underscore"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Shape 3"/>
          <p:cNvSpPr/>
          <p:nvPr/>
        </p:nvSpPr>
        <p:spPr>
          <a:xfrm>
            <a:off x="548640" y="2785320"/>
            <a:ext cx="11091960" cy="37832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1" name="Text 4"/>
          <p:cNvSpPr/>
          <p:nvPr/>
        </p:nvSpPr>
        <p:spPr>
          <a:xfrm>
            <a:off x="868680" y="2752200"/>
            <a:ext cx="10451880" cy="34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name, breed):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self.breed = breed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Dog("Rex", "Labrador")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print(rex.name)     # Rex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1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print(rex.breed)    # Labrador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2" name="Text 5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Text 6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35" name="Image 0" descr="/home/claude/work/icons/FaFingerprint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36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self — What It Actually Means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Text 2"/>
          <p:cNvSpPr/>
          <p:nvPr/>
        </p:nvSpPr>
        <p:spPr>
          <a:xfrm>
            <a:off x="548640" y="1234440"/>
            <a:ext cx="11091960" cy="148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self refers to the specific object a method is being called on — "this particular dog," not dogs in general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instance method needs self as its first parameter — Python passes it automatically, you never pass it yourself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self.name = name inside __init__ literally means "store this value on this specific object"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name "self" is just a convention (like "args") — what matters is its position as the first parameter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Shape 3"/>
          <p:cNvSpPr/>
          <p:nvPr/>
        </p:nvSpPr>
        <p:spPr>
          <a:xfrm>
            <a:off x="548640" y="2862000"/>
            <a:ext cx="11091960" cy="3490560"/>
          </a:xfrm>
          <a:prstGeom prst="roundRect">
            <a:avLst>
              <a:gd name="adj" fmla="val 2094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9" name="Text 4"/>
          <p:cNvSpPr/>
          <p:nvPr/>
        </p:nvSpPr>
        <p:spPr>
          <a:xfrm>
            <a:off x="868680" y="3044880"/>
            <a:ext cx="10451880" cy="312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    # attach to THIS object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bark(self):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print(f"{self.name} says 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rex.bark()    # Python secretly calls Dog.bark(rex)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Rex says Woof!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Text 5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1" name="Text 6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43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44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Clas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 Is 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Blue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prin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 — 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Obje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cts 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Are 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Real 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Thi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ngs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Shape 2"/>
          <p:cNvSpPr/>
          <p:nvPr/>
        </p:nvSpPr>
        <p:spPr>
          <a:xfrm>
            <a:off x="548640" y="1691640"/>
            <a:ext cx="2923560" cy="2923560"/>
          </a:xfrm>
          <a:prstGeom prst="roundRect">
            <a:avLst>
              <a:gd name="adj" fmla="val 3125"/>
            </a:avLst>
          </a:prstGeom>
          <a:solidFill>
            <a:srgbClr val="13312F"/>
          </a:solidFill>
          <a:ln w="19050">
            <a:solidFill>
              <a:srgbClr val="C98A2B"/>
            </a:solidFill>
            <a:prstDash val="dash"/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46" name="Text 3"/>
          <p:cNvSpPr/>
          <p:nvPr/>
        </p:nvSpPr>
        <p:spPr>
          <a:xfrm>
            <a:off x="777240" y="1874520"/>
            <a:ext cx="24663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Text 4"/>
          <p:cNvSpPr/>
          <p:nvPr/>
        </p:nvSpPr>
        <p:spPr>
          <a:xfrm>
            <a:off x="777240" y="2286000"/>
            <a:ext cx="2466360" cy="21006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def __init__(self, name, breed):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self.name = name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self.breed = breed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def bark(self):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2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print(f"{self.name} says Woof!")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8" name="Text 5"/>
          <p:cNvSpPr/>
          <p:nvPr/>
        </p:nvSpPr>
        <p:spPr>
          <a:xfrm>
            <a:off x="548640" y="4727520"/>
            <a:ext cx="292356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1" u="none" spc="99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THE BLUEPRINT — DEFINED ONCE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9" name="Shape 6"/>
          <p:cNvSpPr/>
          <p:nvPr/>
        </p:nvSpPr>
        <p:spPr>
          <a:xfrm>
            <a:off x="3474720" y="2057400"/>
            <a:ext cx="914400" cy="109728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0" name="Shape 7"/>
          <p:cNvSpPr/>
          <p:nvPr/>
        </p:nvSpPr>
        <p:spPr>
          <a:xfrm>
            <a:off x="4389120" y="1636920"/>
            <a:ext cx="7251480" cy="83880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1" name="Shape 8"/>
          <p:cNvSpPr/>
          <p:nvPr/>
        </p:nvSpPr>
        <p:spPr>
          <a:xfrm>
            <a:off x="4553640" y="1865520"/>
            <a:ext cx="381600" cy="38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2" name="Image 1" descr="/home/claude/work/icons/FaDna.png"/>
          <p:cNvPicPr/>
          <p:nvPr/>
        </p:nvPicPr>
        <p:blipFill>
          <a:blip r:embed="rId2"/>
          <a:stretch/>
        </p:blipFill>
        <p:spPr>
          <a:xfrm>
            <a:off x="4636080" y="194760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3" name="Text 9"/>
          <p:cNvSpPr/>
          <p:nvPr/>
        </p:nvSpPr>
        <p:spPr>
          <a:xfrm>
            <a:off x="5120640" y="1710000"/>
            <a:ext cx="63370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rex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4" name="Text 10"/>
          <p:cNvSpPr/>
          <p:nvPr/>
        </p:nvSpPr>
        <p:spPr>
          <a:xfrm>
            <a:off x="5120640" y="2020680"/>
            <a:ext cx="6337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name = "Rex"   ·   breed = "Labrador"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5" name="Shape 11"/>
          <p:cNvSpPr/>
          <p:nvPr/>
        </p:nvSpPr>
        <p:spPr>
          <a:xfrm>
            <a:off x="3474720" y="3154680"/>
            <a:ext cx="914400" cy="36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-44640" rIns="90000" bIns="-4464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6" name="Shape 12"/>
          <p:cNvSpPr/>
          <p:nvPr/>
        </p:nvSpPr>
        <p:spPr>
          <a:xfrm>
            <a:off x="4389120" y="2734200"/>
            <a:ext cx="7251480" cy="83880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57" name="Shape 13"/>
          <p:cNvSpPr/>
          <p:nvPr/>
        </p:nvSpPr>
        <p:spPr>
          <a:xfrm>
            <a:off x="4553640" y="2962800"/>
            <a:ext cx="381600" cy="38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58" name="Image 2" descr="/home/claude/work/icons/FaDna.png"/>
          <p:cNvPicPr/>
          <p:nvPr/>
        </p:nvPicPr>
        <p:blipFill>
          <a:blip r:embed="rId3"/>
          <a:stretch/>
        </p:blipFill>
        <p:spPr>
          <a:xfrm>
            <a:off x="4636080" y="304488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59" name="Text 14"/>
          <p:cNvSpPr/>
          <p:nvPr/>
        </p:nvSpPr>
        <p:spPr>
          <a:xfrm>
            <a:off x="5120640" y="2807280"/>
            <a:ext cx="63370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milo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0" name="Text 15"/>
          <p:cNvSpPr/>
          <p:nvPr/>
        </p:nvSpPr>
        <p:spPr>
          <a:xfrm>
            <a:off x="5120640" y="3117960"/>
            <a:ext cx="6337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name = "Milo"   ·   breed = "Beagle"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1" name="Shape 16"/>
          <p:cNvSpPr/>
          <p:nvPr/>
        </p:nvSpPr>
        <p:spPr>
          <a:xfrm>
            <a:off x="3474720" y="3154680"/>
            <a:ext cx="914400" cy="109728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2" name="Shape 17"/>
          <p:cNvSpPr/>
          <p:nvPr/>
        </p:nvSpPr>
        <p:spPr>
          <a:xfrm>
            <a:off x="4389120" y="3831480"/>
            <a:ext cx="7251480" cy="838800"/>
          </a:xfrm>
          <a:prstGeom prst="roundRect">
            <a:avLst>
              <a:gd name="adj" fmla="val 869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3" name="Shape 18"/>
          <p:cNvSpPr/>
          <p:nvPr/>
        </p:nvSpPr>
        <p:spPr>
          <a:xfrm>
            <a:off x="4553640" y="4060080"/>
            <a:ext cx="381600" cy="38160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64" name="Image 3" descr="/home/claude/work/icons/FaDna.png"/>
          <p:cNvPicPr/>
          <p:nvPr/>
        </p:nvPicPr>
        <p:blipFill>
          <a:blip r:embed="rId4"/>
          <a:stretch/>
        </p:blipFill>
        <p:spPr>
          <a:xfrm>
            <a:off x="4636080" y="414216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5" name="Text 19"/>
          <p:cNvSpPr/>
          <p:nvPr/>
        </p:nvSpPr>
        <p:spPr>
          <a:xfrm>
            <a:off x="5120640" y="3904560"/>
            <a:ext cx="633708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buddy = Dog(...)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6" name="Text 20"/>
          <p:cNvSpPr/>
          <p:nvPr/>
        </p:nvSpPr>
        <p:spPr>
          <a:xfrm>
            <a:off x="5120640" y="4215240"/>
            <a:ext cx="63370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name = "Buddy"   ·   breed = "Poodle"</a:t>
            </a:r>
            <a:endParaRPr lang="en-US" sz="10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7" name="Text 21"/>
          <p:cNvSpPr/>
          <p:nvPr/>
        </p:nvSpPr>
        <p:spPr>
          <a:xfrm>
            <a:off x="548640" y="5897880"/>
            <a:ext cx="1109196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One class, three completely independent objects — each carries its own data, but shares the same bark() method.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8" name="Text 22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69" name="Text 23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1" name="Image 0" descr="/home/claude/work/icons/FaLayerGroup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2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Instance Attributes vs. Class Attributes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3" name="Shape 2"/>
          <p:cNvSpPr/>
          <p:nvPr/>
        </p:nvSpPr>
        <p:spPr>
          <a:xfrm>
            <a:off x="548640" y="1234440"/>
            <a:ext cx="5361840" cy="511812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4" name="Shape 3"/>
          <p:cNvSpPr/>
          <p:nvPr/>
        </p:nvSpPr>
        <p:spPr>
          <a:xfrm>
            <a:off x="822960" y="1508760"/>
            <a:ext cx="454680" cy="454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75" name="Image 1" descr="/home/claude/work/icons/FaFingerprint.png"/>
          <p:cNvPicPr/>
          <p:nvPr/>
        </p:nvPicPr>
        <p:blipFill>
          <a:blip r:embed="rId2"/>
          <a:stretch/>
        </p:blipFill>
        <p:spPr>
          <a:xfrm>
            <a:off x="923400" y="160920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76" name="Text 4"/>
          <p:cNvSpPr/>
          <p:nvPr/>
        </p:nvSpPr>
        <p:spPr>
          <a:xfrm>
            <a:off x="1444680" y="1508760"/>
            <a:ext cx="42829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Instance Attributes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7" name="Text 5"/>
          <p:cNvSpPr/>
          <p:nvPr/>
        </p:nvSpPr>
        <p:spPr>
          <a:xfrm>
            <a:off x="841320" y="2194560"/>
            <a:ext cx="4776480" cy="392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Set inside __init__ using self.name = ...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Belong to one specific object — each object has its own separate copy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what you’ll use for almost all object data — name, balance, position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8" name="Shape 6"/>
          <p:cNvSpPr/>
          <p:nvPr/>
        </p:nvSpPr>
        <p:spPr>
          <a:xfrm>
            <a:off x="6278760" y="1234440"/>
            <a:ext cx="5361840" cy="511812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79" name="Shape 7"/>
          <p:cNvSpPr/>
          <p:nvPr/>
        </p:nvSpPr>
        <p:spPr>
          <a:xfrm>
            <a:off x="6553080" y="1508760"/>
            <a:ext cx="454680" cy="454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0" name="Image 2" descr="/home/claude/work/icons/FaUsersCog.png"/>
          <p:cNvPicPr/>
          <p:nvPr/>
        </p:nvPicPr>
        <p:blipFill>
          <a:blip r:embed="rId3"/>
          <a:stretch/>
        </p:blipFill>
        <p:spPr>
          <a:xfrm>
            <a:off x="6653520" y="160920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1" name="Text 8"/>
          <p:cNvSpPr/>
          <p:nvPr/>
        </p:nvSpPr>
        <p:spPr>
          <a:xfrm>
            <a:off x="7174800" y="1508760"/>
            <a:ext cx="42829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2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Class Attributes</a:t>
            </a:r>
            <a:endParaRPr lang="en-US" sz="2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2" name="Text 9"/>
          <p:cNvSpPr/>
          <p:nvPr/>
        </p:nvSpPr>
        <p:spPr>
          <a:xfrm>
            <a:off x="6571440" y="2194560"/>
            <a:ext cx="4776480" cy="392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Defined directly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inside the class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body, outside any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method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Shared by every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object built from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that class — one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copy, not one per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object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Good for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constants or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defaults every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instance should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share, like species </a:t>
            </a:r>
            <a:r>
              <a:rPr lang="en-US" sz="20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= "Canine"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3" name="Text 10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4" name="Text 11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5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186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7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Classes &amp; Objects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8" name="Shape 2"/>
          <p:cNvSpPr/>
          <p:nvPr/>
        </p:nvSpPr>
        <p:spPr>
          <a:xfrm>
            <a:off x="548640" y="1234440"/>
            <a:ext cx="11091960" cy="511812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89" name="Text 3"/>
          <p:cNvSpPr/>
          <p:nvPr/>
        </p:nvSpPr>
        <p:spPr>
          <a:xfrm>
            <a:off x="868680" y="1435680"/>
            <a:ext cx="104518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0" name="Shape 4"/>
          <p:cNvSpPr/>
          <p:nvPr/>
        </p:nvSpPr>
        <p:spPr>
          <a:xfrm>
            <a:off x="868680" y="229644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1" name="Text 5"/>
          <p:cNvSpPr/>
          <p:nvPr/>
        </p:nvSpPr>
        <p:spPr>
          <a:xfrm>
            <a:off x="868680" y="229644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2" name="Text 6"/>
          <p:cNvSpPr/>
          <p:nvPr/>
        </p:nvSpPr>
        <p:spPr>
          <a:xfrm>
            <a:off x="1408320" y="1920240"/>
            <a:ext cx="9912240" cy="10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Car class with __init__ that sets make, model, and year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3" name="Shape 7"/>
          <p:cNvSpPr/>
          <p:nvPr/>
        </p:nvSpPr>
        <p:spPr>
          <a:xfrm>
            <a:off x="868680" y="335916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4" name="Text 8"/>
          <p:cNvSpPr/>
          <p:nvPr/>
        </p:nvSpPr>
        <p:spPr>
          <a:xfrm>
            <a:off x="868680" y="335916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5" name="Text 9"/>
          <p:cNvSpPr/>
          <p:nvPr/>
        </p:nvSpPr>
        <p:spPr>
          <a:xfrm>
            <a:off x="1408320" y="2983320"/>
            <a:ext cx="9912240" cy="10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method describe(self) that prints a sentence using all three attributes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6" name="Shape 10"/>
          <p:cNvSpPr/>
          <p:nvPr/>
        </p:nvSpPr>
        <p:spPr>
          <a:xfrm>
            <a:off x="868680" y="442224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97" name="Text 11"/>
          <p:cNvSpPr/>
          <p:nvPr/>
        </p:nvSpPr>
        <p:spPr>
          <a:xfrm>
            <a:off x="868680" y="442224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8" name="Text 12"/>
          <p:cNvSpPr/>
          <p:nvPr/>
        </p:nvSpPr>
        <p:spPr>
          <a:xfrm>
            <a:off x="1408320" y="4046400"/>
            <a:ext cx="9912240" cy="10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two Car objects with different data, and call describe() on each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99" name="Shape 13"/>
          <p:cNvSpPr/>
          <p:nvPr/>
        </p:nvSpPr>
        <p:spPr>
          <a:xfrm>
            <a:off x="868680" y="548532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0" name="Text 14"/>
          <p:cNvSpPr/>
          <p:nvPr/>
        </p:nvSpPr>
        <p:spPr>
          <a:xfrm>
            <a:off x="868680" y="548532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1" name="Text 15"/>
          <p:cNvSpPr/>
          <p:nvPr/>
        </p:nvSpPr>
        <p:spPr>
          <a:xfrm>
            <a:off x="1408320" y="5109120"/>
            <a:ext cx="9912240" cy="10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class attribute wheels = 4 shared by every car, and print it from both objects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2" name="Text 16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3" name="Text 17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Shape 0"/>
          <p:cNvSpPr/>
          <p:nvPr/>
        </p:nvSpPr>
        <p:spPr>
          <a:xfrm>
            <a:off x="-2286000" y="3657600"/>
            <a:ext cx="6398280" cy="63982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5" name="Shape 1"/>
          <p:cNvSpPr/>
          <p:nvPr/>
        </p:nvSpPr>
        <p:spPr>
          <a:xfrm>
            <a:off x="8229600" y="-2743200"/>
            <a:ext cx="6398280" cy="63982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6" name="Shape 2"/>
          <p:cNvSpPr/>
          <p:nvPr/>
        </p:nvSpPr>
        <p:spPr>
          <a:xfrm>
            <a:off x="5638680" y="868680"/>
            <a:ext cx="911880" cy="911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07" name="Image 0" descr="/home/claude/work/icons/FaShieldAlt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6320" cy="436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08" name="Text 3"/>
          <p:cNvSpPr/>
          <p:nvPr/>
        </p:nvSpPr>
        <p:spPr>
          <a:xfrm>
            <a:off x="914400" y="2057400"/>
            <a:ext cx="103604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3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09" name="Text 4"/>
          <p:cNvSpPr/>
          <p:nvPr/>
        </p:nvSpPr>
        <p:spPr>
          <a:xfrm>
            <a:off x="1188720" y="2441520"/>
            <a:ext cx="981180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The Four Pillars of OOP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0" name="Text 5"/>
          <p:cNvSpPr/>
          <p:nvPr/>
        </p:nvSpPr>
        <p:spPr>
          <a:xfrm>
            <a:off x="1920240" y="3630240"/>
            <a:ext cx="834876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Every object-oriented language, including Python, is built around these four ideas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11" name="Text 6"/>
          <p:cNvSpPr/>
          <p:nvPr/>
        </p:nvSpPr>
        <p:spPr>
          <a:xfrm>
            <a:off x="11094480" y="649224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15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2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3" name="Image 0" descr="/home/claude/work/icons/FaShieldAlt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4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Four Pillars, at a Glance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5" name="Shape 2"/>
          <p:cNvSpPr/>
          <p:nvPr/>
        </p:nvSpPr>
        <p:spPr>
          <a:xfrm>
            <a:off x="548640" y="1234440"/>
            <a:ext cx="2531160" cy="511812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6" name="Shape 3"/>
          <p:cNvSpPr/>
          <p:nvPr/>
        </p:nvSpPr>
        <p:spPr>
          <a:xfrm>
            <a:off x="1426680" y="1600200"/>
            <a:ext cx="774720" cy="774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17" name="Image 1" descr="/home/claude/work/icons/FaUserShield.png"/>
          <p:cNvPicPr/>
          <p:nvPr/>
        </p:nvPicPr>
        <p:blipFill>
          <a:blip r:embed="rId2"/>
          <a:stretch/>
        </p:blipFill>
        <p:spPr>
          <a:xfrm>
            <a:off x="1623240" y="1792080"/>
            <a:ext cx="381600" cy="38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18" name="Text 4"/>
          <p:cNvSpPr/>
          <p:nvPr/>
        </p:nvSpPr>
        <p:spPr>
          <a:xfrm>
            <a:off x="731520" y="2560320"/>
            <a:ext cx="216540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Encapsulation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9" name="Text 5"/>
          <p:cNvSpPr/>
          <p:nvPr/>
        </p:nvSpPr>
        <p:spPr>
          <a:xfrm>
            <a:off x="777240" y="2971800"/>
            <a:ext cx="2073960" cy="31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Bundling data with the methods that protect it, and controlling how outside code can access it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0" name="Shape 6"/>
          <p:cNvSpPr/>
          <p:nvPr/>
        </p:nvSpPr>
        <p:spPr>
          <a:xfrm>
            <a:off x="3402360" y="1234440"/>
            <a:ext cx="2531160" cy="511812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Shape 7"/>
          <p:cNvSpPr/>
          <p:nvPr/>
        </p:nvSpPr>
        <p:spPr>
          <a:xfrm>
            <a:off x="4280400" y="1600200"/>
            <a:ext cx="774720" cy="7747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2" name="Image 2" descr="/home/claude/work/icons/FaTheaterMasks.png"/>
          <p:cNvPicPr/>
          <p:nvPr/>
        </p:nvPicPr>
        <p:blipFill>
          <a:blip r:embed="rId3"/>
          <a:stretch/>
        </p:blipFill>
        <p:spPr>
          <a:xfrm>
            <a:off x="4476960" y="1792080"/>
            <a:ext cx="381600" cy="38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3" name="Text 8"/>
          <p:cNvSpPr/>
          <p:nvPr/>
        </p:nvSpPr>
        <p:spPr>
          <a:xfrm>
            <a:off x="3585240" y="2560320"/>
            <a:ext cx="216540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Abstraction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4" name="Text 9"/>
          <p:cNvSpPr/>
          <p:nvPr/>
        </p:nvSpPr>
        <p:spPr>
          <a:xfrm>
            <a:off x="3630960" y="2971800"/>
            <a:ext cx="2073960" cy="31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Hiding complex internal details behind a simple, easy-to-use interface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5" name="Shape 10"/>
          <p:cNvSpPr/>
          <p:nvPr/>
        </p:nvSpPr>
        <p:spPr>
          <a:xfrm>
            <a:off x="6255720" y="1234440"/>
            <a:ext cx="2531160" cy="511812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6" name="Shape 11"/>
          <p:cNvSpPr/>
          <p:nvPr/>
        </p:nvSpPr>
        <p:spPr>
          <a:xfrm>
            <a:off x="7134120" y="1600200"/>
            <a:ext cx="774720" cy="774720"/>
          </a:xfrm>
          <a:prstGeom prst="ellipse">
            <a:avLst/>
          </a:prstGeom>
          <a:solidFill>
            <a:srgbClr val="1E4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27" name="Image 3" descr="/home/claude/work/icons/FaDna.png"/>
          <p:cNvPicPr/>
          <p:nvPr/>
        </p:nvPicPr>
        <p:blipFill>
          <a:blip r:embed="rId4"/>
          <a:stretch/>
        </p:blipFill>
        <p:spPr>
          <a:xfrm>
            <a:off x="7330680" y="1792080"/>
            <a:ext cx="381600" cy="38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28" name="Text 12"/>
          <p:cNvSpPr/>
          <p:nvPr/>
        </p:nvSpPr>
        <p:spPr>
          <a:xfrm>
            <a:off x="6438600" y="2560320"/>
            <a:ext cx="216540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Inheritance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9" name="Text 13"/>
          <p:cNvSpPr/>
          <p:nvPr/>
        </p:nvSpPr>
        <p:spPr>
          <a:xfrm>
            <a:off x="6484320" y="2971800"/>
            <a:ext cx="2073960" cy="31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Building new classes on top of existing ones, reusing and extending their behavior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0" name="Shape 14"/>
          <p:cNvSpPr/>
          <p:nvPr/>
        </p:nvSpPr>
        <p:spPr>
          <a:xfrm>
            <a:off x="9109440" y="1234440"/>
            <a:ext cx="2531160" cy="5118120"/>
          </a:xfrm>
          <a:prstGeom prst="roundRect">
            <a:avLst>
              <a:gd name="adj" fmla="val 3609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1" name="Shape 15"/>
          <p:cNvSpPr/>
          <p:nvPr/>
        </p:nvSpPr>
        <p:spPr>
          <a:xfrm>
            <a:off x="9987480" y="1600200"/>
            <a:ext cx="774720" cy="77472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2" name="Image 4" descr="/home/claude/work/icons/FaRandom.png"/>
          <p:cNvPicPr/>
          <p:nvPr/>
        </p:nvPicPr>
        <p:blipFill>
          <a:blip r:embed="rId5"/>
          <a:stretch/>
        </p:blipFill>
        <p:spPr>
          <a:xfrm>
            <a:off x="10184400" y="1792080"/>
            <a:ext cx="381600" cy="38160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3" name="Text 16"/>
          <p:cNvSpPr/>
          <p:nvPr/>
        </p:nvSpPr>
        <p:spPr>
          <a:xfrm>
            <a:off x="9292320" y="2560320"/>
            <a:ext cx="216540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Polymorphism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4" name="Text 17"/>
          <p:cNvSpPr/>
          <p:nvPr/>
        </p:nvSpPr>
        <p:spPr>
          <a:xfrm>
            <a:off x="9338040" y="2971800"/>
            <a:ext cx="2073960" cy="31978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1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Different classes responding to the same method call in their own appropriate way</a:t>
            </a:r>
            <a:endParaRPr lang="en-US" sz="11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5" name="Text 18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6" name="Text 19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38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39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1: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0" name="Shape 2"/>
          <p:cNvSpPr/>
          <p:nvPr/>
        </p:nvSpPr>
        <p:spPr>
          <a:xfrm>
            <a:off x="548640" y="1234440"/>
            <a:ext cx="3243600" cy="511812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1" name="Shape 3"/>
          <p:cNvSpPr/>
          <p:nvPr/>
        </p:nvSpPr>
        <p:spPr>
          <a:xfrm>
            <a:off x="1645920" y="1737360"/>
            <a:ext cx="1049040" cy="1049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2" name="Image 1" descr="/home/claude/work/icons/FaUserShield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7760" cy="52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3" name="Text 4"/>
          <p:cNvSpPr/>
          <p:nvPr/>
        </p:nvSpPr>
        <p:spPr>
          <a:xfrm>
            <a:off x="731520" y="3017520"/>
            <a:ext cx="2877840" cy="30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Protect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data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inside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4" name="Text 5"/>
          <p:cNvSpPr/>
          <p:nvPr/>
        </p:nvSpPr>
        <p:spPr>
          <a:xfrm>
            <a:off x="4206240" y="1280160"/>
            <a:ext cx="7434360" cy="50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1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Encapsulation means bundling data with the methods that operate on it, and restricting direct outside access to that data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1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bank account shouldn’t let any code just set balance = -500 or balance = +500 directly — changes should only happen through controlled methods like withdraw(), deposit()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1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protects an object from being put into an invalid or inconsistent state by code elsewhere in the program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1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doesn’t enforce this with hard restrictions the way some languages do — it relies on naming conventions and trust, which is a deliberate design choice ("we’re all consenting adults here")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5" name="Text 6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</a:t>
            </a: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Orient</a:t>
            </a: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ed </a:t>
            </a: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Progra</a:t>
            </a: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mming </a:t>
            </a: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 ·  </a:t>
            </a: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Sessio</a:t>
            </a: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46" name="Text 7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48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9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Public, Protected, and Private — By Convention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0" name="Text 2"/>
          <p:cNvSpPr/>
          <p:nvPr/>
        </p:nvSpPr>
        <p:spPr>
          <a:xfrm>
            <a:off x="548640" y="1234440"/>
            <a:ext cx="11091960" cy="11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name is public — freely accessible from anywhere, the normal default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_balance (single underscore) is a convention meaning "internal, please don’t touch directly" — Python doesn’t block it, it just signals intent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__pin (double underscore) triggers name mangling — Python renames it internally, making accidental outside access genuinely difficult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1" name="Shape 3"/>
          <p:cNvSpPr/>
          <p:nvPr/>
        </p:nvSpPr>
        <p:spPr>
          <a:xfrm>
            <a:off x="548640" y="2569320"/>
            <a:ext cx="11091960" cy="37832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52" name="Text 4"/>
          <p:cNvSpPr/>
          <p:nvPr/>
        </p:nvSpPr>
        <p:spPr>
          <a:xfrm>
            <a:off x="868680" y="2752200"/>
            <a:ext cx="10451880" cy="34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Account: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owner, balance):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self.owner = owner        # public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balance   # "internal" by convention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self.__pin = "4471"       # name-mangled, hard to reach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 = Account("</a:t>
            </a:r>
            <a:r>
              <a:rPr lang="en-US" sz="2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	</a:t>
            </a:r>
            <a:r>
              <a:rPr lang="en-US" sz="2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Ahmed", 1000)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print(acc.owner)          # "Ahmed" — fine, it's public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</a:t>
            </a:r>
            <a:r>
              <a:rPr lang="en-US" sz="2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acc._balance)       # works, but signals "you shouldn't"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2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print(acc.__pin)          # AttributeError — mangled to _Account__pin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3" name="Text 5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4" name="Text 6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56" name="Image 0" descr="/home/claude/work/icons/FaKey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57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@property — Controlled Access, the Python Way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8" name="Text 2"/>
          <p:cNvSpPr/>
          <p:nvPr/>
        </p:nvSpPr>
        <p:spPr>
          <a:xfrm>
            <a:off x="548640" y="1234440"/>
            <a:ext cx="11091960" cy="11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@property turns a method into something that reads like a plain attribute — balance instead of get_balance()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matching @balance.setter lets you validate any value before it’s allowed to be stored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real, idiomatic way encapsulation is done in Python — clean access on the outside, control on the inside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59" name="Shape 3"/>
          <p:cNvSpPr/>
          <p:nvPr/>
        </p:nvSpPr>
        <p:spPr>
          <a:xfrm>
            <a:off x="548640" y="2569320"/>
            <a:ext cx="11091960" cy="37832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0" name="Text 4"/>
          <p:cNvSpPr/>
          <p:nvPr/>
        </p:nvSpPr>
        <p:spPr>
          <a:xfrm>
            <a:off x="868680" y="2752200"/>
            <a:ext cx="10451880" cy="34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Account: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balance):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balance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@property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balance(self):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self._balance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@balance.setter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balance(self, amount):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if amount &lt; 0: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    raise ValueError("Balance can't be negative")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self._balance = amount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 = Account(1000)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acc.balance = 500       # runs the setter, validated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acc.balance = -50       # ValueError — blocked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1" name="Text 5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2" name="Text 6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19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3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64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65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6" name="Shape 2"/>
          <p:cNvSpPr/>
          <p:nvPr/>
        </p:nvSpPr>
        <p:spPr>
          <a:xfrm>
            <a:off x="548640" y="1234440"/>
            <a:ext cx="11091960" cy="511812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7" name="Text 3"/>
          <p:cNvSpPr/>
          <p:nvPr/>
        </p:nvSpPr>
        <p:spPr>
          <a:xfrm>
            <a:off x="868680" y="1435680"/>
            <a:ext cx="104518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68" name="Shape 4"/>
          <p:cNvSpPr/>
          <p:nvPr/>
        </p:nvSpPr>
        <p:spPr>
          <a:xfrm>
            <a:off x="868680" y="247356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69" name="Text 5"/>
          <p:cNvSpPr/>
          <p:nvPr/>
        </p:nvSpPr>
        <p:spPr>
          <a:xfrm>
            <a:off x="868680" y="247356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0" name="Text 6"/>
          <p:cNvSpPr/>
          <p:nvPr/>
        </p:nvSpPr>
        <p:spPr>
          <a:xfrm>
            <a:off x="1408320" y="1920240"/>
            <a:ext cx="9912240" cy="14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Wallet class with a protected _cash attribute and add_cash()/spend_cash() methods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1" name="Shape 7"/>
          <p:cNvSpPr/>
          <p:nvPr/>
        </p:nvSpPr>
        <p:spPr>
          <a:xfrm>
            <a:off x="868680" y="389088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2" name="Text 8"/>
          <p:cNvSpPr/>
          <p:nvPr/>
        </p:nvSpPr>
        <p:spPr>
          <a:xfrm>
            <a:off x="868680" y="389088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3" name="Text 9"/>
          <p:cNvSpPr/>
          <p:nvPr/>
        </p:nvSpPr>
        <p:spPr>
          <a:xfrm>
            <a:off x="1408320" y="3337560"/>
            <a:ext cx="9912240" cy="14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Make spend_cash() refuse to let _cash go below zero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4" name="Shape 10"/>
          <p:cNvSpPr/>
          <p:nvPr/>
        </p:nvSpPr>
        <p:spPr>
          <a:xfrm>
            <a:off x="868680" y="530820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75" name="Text 11"/>
          <p:cNvSpPr/>
          <p:nvPr/>
        </p:nvSpPr>
        <p:spPr>
          <a:xfrm>
            <a:off x="868680" y="530820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6" name="Text 12"/>
          <p:cNvSpPr/>
          <p:nvPr/>
        </p:nvSpPr>
        <p:spPr>
          <a:xfrm>
            <a:off x="1408320" y="4754880"/>
            <a:ext cx="9912240" cy="14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Turn balance into a @property with a setter that rejects negative values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7" name="Text 13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78" name="Text 14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0" name="Image 0" descr="/home/claude/work/icons/FaTheaterMasks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1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2: Abstraction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2" name="Shape 2"/>
          <p:cNvSpPr/>
          <p:nvPr/>
        </p:nvSpPr>
        <p:spPr>
          <a:xfrm>
            <a:off x="548640" y="1234440"/>
            <a:ext cx="3243600" cy="511812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3" name="Shape 3"/>
          <p:cNvSpPr/>
          <p:nvPr/>
        </p:nvSpPr>
        <p:spPr>
          <a:xfrm>
            <a:off x="1645920" y="1737360"/>
            <a:ext cx="1049040" cy="1049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84" name="Image 1" descr="/home/claude/work/icons/FaTheaterMasks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7760" cy="52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85" name="Text 4"/>
          <p:cNvSpPr/>
          <p:nvPr/>
        </p:nvSpPr>
        <p:spPr>
          <a:xfrm>
            <a:off x="731520" y="3017520"/>
            <a:ext cx="2877840" cy="30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Hide the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how, show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the what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6" name="Text 5"/>
          <p:cNvSpPr/>
          <p:nvPr/>
        </p:nvSpPr>
        <p:spPr>
          <a:xfrm>
            <a:off x="4206240" y="1280160"/>
            <a:ext cx="7434360" cy="50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1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Abstraction means hiding complicated internal details behind a simple interface — the user only needs to know what a method does, not how it is done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1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call car.start_engine() without knowing anything about fuel injection or ignition timing — the complexity is hidden behind a simple method name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1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 Python, this often shows up as an abstract base class — a class that defines what methods a subclass must have, without saying how they work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1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Abstraction and encapsulation work together, but they solve different problems: encapsulation protects data, abstraction simplifies interfaces</a:t>
            </a:r>
            <a:endParaRPr lang="en-US" sz="2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7" name="Text 6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88" name="Text 7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9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0" name="Image 0" descr="/home/claude/work/icons/FaTheaterMasks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1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 Base Classes — Defining a Required Interface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2" name="Text 2"/>
          <p:cNvSpPr/>
          <p:nvPr/>
        </p:nvSpPr>
        <p:spPr>
          <a:xfrm>
            <a:off x="548640" y="1234440"/>
            <a:ext cx="11091960" cy="11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ABC and @abstractmethod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(from the abc module) let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define a class that can’t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be used directly — only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inherited from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Any subclass is forced to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implement every abstract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method, or Python refuses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to let you create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guarantees every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"shape" in a program has an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area() method, without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dictating how each one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calculates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3" name="Shape 3"/>
          <p:cNvSpPr/>
          <p:nvPr/>
        </p:nvSpPr>
        <p:spPr>
          <a:xfrm>
            <a:off x="548640" y="2569320"/>
            <a:ext cx="11091960" cy="37832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294" name="Text 4"/>
          <p:cNvSpPr/>
          <p:nvPr/>
        </p:nvSpPr>
        <p:spPr>
          <a:xfrm>
            <a:off x="868680" y="2752200"/>
            <a:ext cx="10451880" cy="34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from abc import ABC, abstractmethod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Animal(ABC):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@abstractmethod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make_sound(self):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pass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Dog(Animal):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make_sound(self):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print("Woof!")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Cat(Animal):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make_sound(self):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print("Meow!")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# You cannot create an object of an abstract class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09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animal = Animal()   # TypeError</a:t>
            </a:r>
            <a:endParaRPr lang="en-US" sz="109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5" name="Text 5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96" name="Text 6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298" name="Image 0" descr="/home/claude/work/icons/FaTheaterMasks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9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Abstraction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0" name="Shape 2"/>
          <p:cNvSpPr/>
          <p:nvPr/>
        </p:nvSpPr>
        <p:spPr>
          <a:xfrm>
            <a:off x="548640" y="1234440"/>
            <a:ext cx="11091960" cy="511812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1" name="Text 3"/>
          <p:cNvSpPr/>
          <p:nvPr/>
        </p:nvSpPr>
        <p:spPr>
          <a:xfrm>
            <a:off x="868680" y="1435680"/>
            <a:ext cx="104518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2" name="Shape 4"/>
          <p:cNvSpPr/>
          <p:nvPr/>
        </p:nvSpPr>
        <p:spPr>
          <a:xfrm>
            <a:off x="868680" y="247356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3" name="Text 5"/>
          <p:cNvSpPr/>
          <p:nvPr/>
        </p:nvSpPr>
        <p:spPr>
          <a:xfrm>
            <a:off x="868680" y="247356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4" name="Text 6"/>
          <p:cNvSpPr/>
          <p:nvPr/>
        </p:nvSpPr>
        <p:spPr>
          <a:xfrm>
            <a:off x="1408320" y="1920240"/>
            <a:ext cx="9912240" cy="14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an abstract Vehicle class with an abstract method fuel_type()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5" name="Shape 7"/>
          <p:cNvSpPr/>
          <p:nvPr/>
        </p:nvSpPr>
        <p:spPr>
          <a:xfrm>
            <a:off x="868680" y="389088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6" name="Text 8"/>
          <p:cNvSpPr/>
          <p:nvPr/>
        </p:nvSpPr>
        <p:spPr>
          <a:xfrm>
            <a:off x="868680" y="389088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7" name="Text 9"/>
          <p:cNvSpPr/>
          <p:nvPr/>
        </p:nvSpPr>
        <p:spPr>
          <a:xfrm>
            <a:off x="1408320" y="3337560"/>
            <a:ext cx="9912240" cy="14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two subclasses, ElectricCar and PetrolCar, each implementing fuel_type() differently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08" name="Shape 10"/>
          <p:cNvSpPr/>
          <p:nvPr/>
        </p:nvSpPr>
        <p:spPr>
          <a:xfrm>
            <a:off x="868680" y="530820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09" name="Text 11"/>
          <p:cNvSpPr/>
          <p:nvPr/>
        </p:nvSpPr>
        <p:spPr>
          <a:xfrm>
            <a:off x="868680" y="530820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0" name="Text 12"/>
          <p:cNvSpPr/>
          <p:nvPr/>
        </p:nvSpPr>
        <p:spPr>
          <a:xfrm>
            <a:off x="1408320" y="4754880"/>
            <a:ext cx="9912240" cy="14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Try instantiating Vehicle directly and confirm Python blocks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1" name="Text 13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2" name="Text 14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4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5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3: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6" name="Shape 2"/>
          <p:cNvSpPr/>
          <p:nvPr/>
        </p:nvSpPr>
        <p:spPr>
          <a:xfrm>
            <a:off x="548640" y="1234440"/>
            <a:ext cx="3243600" cy="511812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17" name="Shape 3"/>
          <p:cNvSpPr/>
          <p:nvPr/>
        </p:nvSpPr>
        <p:spPr>
          <a:xfrm>
            <a:off x="1645920" y="1737360"/>
            <a:ext cx="1049040" cy="1049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18" name="Image 1" descr="/home/claude/work/icons/FaDna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7760" cy="52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19" name="Text 4"/>
          <p:cNvSpPr/>
          <p:nvPr/>
        </p:nvSpPr>
        <p:spPr>
          <a:xfrm>
            <a:off x="731520" y="3017520"/>
            <a:ext cx="2877840" cy="30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Build 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what already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exists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0" name="Text 5"/>
          <p:cNvSpPr/>
          <p:nvPr/>
        </p:nvSpPr>
        <p:spPr>
          <a:xfrm>
            <a:off x="4206240" y="1280160"/>
            <a:ext cx="7434360" cy="50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Inheritance lets a new class (the child, or subclass) reuse and extend the data and behavior of an existing class (the parent, or superclass)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GoldenRetriever is a Dog — it automatically gets everything a Dog has, and can add its own extra behavior on top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avoids rewriting the same code in every related class — shared behavior lives once, in the parent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It also models real-world "is-a" relationships directly in code: a Car is a Vehicle, a Manager is an Employee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1" name="Text 6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2" name="Text 7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24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5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Basic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6" name="Text 2"/>
          <p:cNvSpPr/>
          <p:nvPr/>
        </p:nvSpPr>
        <p:spPr>
          <a:xfrm>
            <a:off x="548640" y="1234440"/>
            <a:ext cx="11091960" cy="11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class Cat(Animal): means Cat inherits everything Animal has — Animal goes in the parentheses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Cat automatically gets Animal’s __init__ and eat() without rewriting them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isinstance() confirms a Cat is also considered an Animal — the inheritance relationship is real, not just naming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7" name="Shape 3"/>
          <p:cNvSpPr/>
          <p:nvPr/>
        </p:nvSpPr>
        <p:spPr>
          <a:xfrm>
            <a:off x="548640" y="2569320"/>
            <a:ext cx="11091960" cy="37832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28" name="Text 4"/>
          <p:cNvSpPr/>
          <p:nvPr/>
        </p:nvSpPr>
        <p:spPr>
          <a:xfrm>
            <a:off x="868680" y="2752200"/>
            <a:ext cx="10451880" cy="34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eat(self):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print(f"{self.name} is eating")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Cat(Animal):     # Cat inherits from Animal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 = Cat("Whiskers")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whiskers.eat()                  # inherited — works with no rewrite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isinstance(whiskers, Animal)    # True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29" name="Text 5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0" name="Text 6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32" name="Image 0" descr="/home/claude/work/icons/FaLevelUpAlt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33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super() — Calling the Parent’s Version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4" name="Text 2"/>
          <p:cNvSpPr/>
          <p:nvPr/>
        </p:nvSpPr>
        <p:spPr>
          <a:xfrm>
            <a:off x="548640" y="1234440"/>
            <a:ext cx="11091960" cy="11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When a subclass defines its own __init__, it replaces the parent’s __init__ entirely — unless you explicitly call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super().__init__(...) runs the parent’s constructor first, so you don’t have to duplicate its logic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pattern — extend, don’t replace — is the standard way subclasses build on their parent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5" name="Shape 3"/>
          <p:cNvSpPr/>
          <p:nvPr/>
        </p:nvSpPr>
        <p:spPr>
          <a:xfrm>
            <a:off x="548640" y="2569320"/>
            <a:ext cx="11091960" cy="37832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36" name="Text 4"/>
          <p:cNvSpPr/>
          <p:nvPr/>
        </p:nvSpPr>
        <p:spPr>
          <a:xfrm>
            <a:off x="868680" y="2752200"/>
            <a:ext cx="10451880" cy="34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Cat(Animal):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name, indoor):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super().__init__(name)   # reuse the parent's setup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self.indoor = indoor     # then add Cat-specific data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 = Cat("Whiskers", True)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whiskers.name     # "Whiskers" — handled by Animal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whiskers.indoor   # True — handled by Cat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7" name="Text 5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38" name="Text 6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9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0" name="Image 0" descr="/home/claude/work/icons/FaCodeBranch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1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Overriding Methods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2" name="Text 2"/>
          <p:cNvSpPr/>
          <p:nvPr/>
        </p:nvSpPr>
        <p:spPr>
          <a:xfrm>
            <a:off x="548640" y="1234440"/>
            <a:ext cx="11091960" cy="11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subclass can redefine a method it inherited, giving it different, more specific behavior — this is called overriding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always uses the closest, most specific version of a method it can find on the object’s own class first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parent’s original version is still there if you need it — call it explicitly with super().speak()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3" name="Shape 3"/>
          <p:cNvSpPr/>
          <p:nvPr/>
        </p:nvSpPr>
        <p:spPr>
          <a:xfrm>
            <a:off x="548640" y="2569320"/>
            <a:ext cx="11091960" cy="37832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44" name="Text 4"/>
          <p:cNvSpPr/>
          <p:nvPr/>
        </p:nvSpPr>
        <p:spPr>
          <a:xfrm>
            <a:off x="868680" y="2752200"/>
            <a:ext cx="10451880" cy="34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Animal: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speak(self):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print("Some generic animal sound")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speak(self):       # overrides Animal.speak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Animal().speak()   # Some generic animal sound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Dog().speak()      # Woof!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5" name="Text 5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46" name="Text 6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7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48" name="Image 0" descr="/home/claude/work/icons/FaSitemap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9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Method Resolution Order — Who Answers the Call?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0" name="Shape 2"/>
          <p:cNvSpPr/>
          <p:nvPr/>
        </p:nvSpPr>
        <p:spPr>
          <a:xfrm flipH="1">
            <a:off x="4221000" y="224028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1" name="Shape 3"/>
          <p:cNvSpPr/>
          <p:nvPr/>
        </p:nvSpPr>
        <p:spPr>
          <a:xfrm>
            <a:off x="6095520" y="224028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2" name="Shape 4"/>
          <p:cNvSpPr/>
          <p:nvPr/>
        </p:nvSpPr>
        <p:spPr>
          <a:xfrm>
            <a:off x="4221000" y="347472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3" name="Shape 5"/>
          <p:cNvSpPr/>
          <p:nvPr/>
        </p:nvSpPr>
        <p:spPr>
          <a:xfrm flipH="1">
            <a:off x="6095520" y="3474720"/>
            <a:ext cx="1874520" cy="548640"/>
          </a:xfrm>
          <a:prstGeom prst="line">
            <a:avLst/>
          </a:prstGeom>
          <a:ln w="19050">
            <a:solidFill>
              <a:srgbClr val="A9B0A7"/>
            </a:solidFill>
            <a:round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 anchorCtr="1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4" name="Shape 6"/>
          <p:cNvSpPr/>
          <p:nvPr/>
        </p:nvSpPr>
        <p:spPr>
          <a:xfrm>
            <a:off x="5044320" y="1554480"/>
            <a:ext cx="2100600" cy="683280"/>
          </a:xfrm>
          <a:prstGeom prst="roundRect">
            <a:avLst>
              <a:gd name="adj" fmla="val 10667"/>
            </a:avLst>
          </a:prstGeom>
          <a:solidFill>
            <a:srgbClr val="1E4F4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5" name="Text 7"/>
          <p:cNvSpPr/>
          <p:nvPr/>
        </p:nvSpPr>
        <p:spPr>
          <a:xfrm>
            <a:off x="5044320" y="1627560"/>
            <a:ext cx="21006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FFFFFF"/>
                </a:solidFill>
                <a:effectLst/>
                <a:uFillTx/>
                <a:latin typeface="Cantarell"/>
                <a:ea typeface="Consolas"/>
              </a:rPr>
              <a:t>Duck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6" name="Text 8"/>
          <p:cNvSpPr/>
          <p:nvPr/>
        </p:nvSpPr>
        <p:spPr>
          <a:xfrm>
            <a:off x="5044320" y="1938600"/>
            <a:ext cx="21006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(child class)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7" name="Shape 9"/>
          <p:cNvSpPr/>
          <p:nvPr/>
        </p:nvSpPr>
        <p:spPr>
          <a:xfrm>
            <a:off x="4843080" y="135324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58" name="Text 10"/>
          <p:cNvSpPr/>
          <p:nvPr/>
        </p:nvSpPr>
        <p:spPr>
          <a:xfrm>
            <a:off x="4843080" y="135324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59" name="Shape 11"/>
          <p:cNvSpPr/>
          <p:nvPr/>
        </p:nvSpPr>
        <p:spPr>
          <a:xfrm>
            <a:off x="3169800" y="2788920"/>
            <a:ext cx="2100600" cy="68328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0" name="Text 12"/>
          <p:cNvSpPr/>
          <p:nvPr/>
        </p:nvSpPr>
        <p:spPr>
          <a:xfrm>
            <a:off x="3169800" y="2862000"/>
            <a:ext cx="21006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Flyer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1" name="Text 13"/>
          <p:cNvSpPr/>
          <p:nvPr/>
        </p:nvSpPr>
        <p:spPr>
          <a:xfrm>
            <a:off x="3169800" y="3173040"/>
            <a:ext cx="21006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move() → "Flying"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2" name="Shape 14"/>
          <p:cNvSpPr/>
          <p:nvPr/>
        </p:nvSpPr>
        <p:spPr>
          <a:xfrm>
            <a:off x="2968560" y="258768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3" name="Text 15"/>
          <p:cNvSpPr/>
          <p:nvPr/>
        </p:nvSpPr>
        <p:spPr>
          <a:xfrm>
            <a:off x="2968560" y="258768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4" name="Shape 16"/>
          <p:cNvSpPr/>
          <p:nvPr/>
        </p:nvSpPr>
        <p:spPr>
          <a:xfrm>
            <a:off x="6918840" y="2788920"/>
            <a:ext cx="2100600" cy="68328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5" name="Text 17"/>
          <p:cNvSpPr/>
          <p:nvPr/>
        </p:nvSpPr>
        <p:spPr>
          <a:xfrm>
            <a:off x="6918840" y="2862000"/>
            <a:ext cx="21006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Swimmer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6" name="Text 18"/>
          <p:cNvSpPr/>
          <p:nvPr/>
        </p:nvSpPr>
        <p:spPr>
          <a:xfrm>
            <a:off x="6918840" y="3173040"/>
            <a:ext cx="21006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move() → "Swimming"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7" name="Shape 19"/>
          <p:cNvSpPr/>
          <p:nvPr/>
        </p:nvSpPr>
        <p:spPr>
          <a:xfrm>
            <a:off x="6717600" y="258768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68" name="Text 20"/>
          <p:cNvSpPr/>
          <p:nvPr/>
        </p:nvSpPr>
        <p:spPr>
          <a:xfrm>
            <a:off x="6717600" y="258768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69" name="Shape 21"/>
          <p:cNvSpPr/>
          <p:nvPr/>
        </p:nvSpPr>
        <p:spPr>
          <a:xfrm>
            <a:off x="5044320" y="4023360"/>
            <a:ext cx="2100600" cy="683280"/>
          </a:xfrm>
          <a:prstGeom prst="roundRect">
            <a:avLst>
              <a:gd name="adj" fmla="val 10667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0" name="Text 22"/>
          <p:cNvSpPr/>
          <p:nvPr/>
        </p:nvSpPr>
        <p:spPr>
          <a:xfrm>
            <a:off x="5044320" y="4096440"/>
            <a:ext cx="210060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500" b="1" u="none" strike="noStrike">
                <a:solidFill>
                  <a:srgbClr val="E7C588"/>
                </a:solidFill>
                <a:effectLst/>
                <a:uFillTx/>
                <a:latin typeface="Cantarell"/>
                <a:ea typeface="Consolas"/>
              </a:rPr>
              <a:t>object</a:t>
            </a:r>
            <a:endParaRPr lang="en-US" sz="15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1" name="Text 23"/>
          <p:cNvSpPr/>
          <p:nvPr/>
        </p:nvSpPr>
        <p:spPr>
          <a:xfrm>
            <a:off x="5044320" y="4407480"/>
            <a:ext cx="2100600" cy="253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base of everything</a:t>
            </a:r>
            <a:endParaRPr lang="en-US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2" name="Shape 24"/>
          <p:cNvSpPr/>
          <p:nvPr/>
        </p:nvSpPr>
        <p:spPr>
          <a:xfrm>
            <a:off x="4843080" y="382212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73" name="Text 25"/>
          <p:cNvSpPr/>
          <p:nvPr/>
        </p:nvSpPr>
        <p:spPr>
          <a:xfrm>
            <a:off x="4843080" y="382212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4" name="Shape 26"/>
          <p:cNvSpPr/>
          <p:nvPr/>
        </p:nvSpPr>
        <p:spPr>
          <a:xfrm>
            <a:off x="548640" y="1554480"/>
            <a:ext cx="2649240" cy="3152160"/>
          </a:xfrm>
          <a:prstGeom prst="roundRect">
            <a:avLst>
              <a:gd name="adj" fmla="val 3448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5" name="Text 27"/>
          <p:cNvSpPr/>
          <p:nvPr/>
        </p:nvSpPr>
        <p:spPr>
          <a:xfrm>
            <a:off x="749880" y="1737360"/>
            <a:ext cx="22467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13312F"/>
                </a:solidFill>
                <a:effectLst/>
                <a:uFillTx/>
                <a:latin typeface="Cantarell"/>
                <a:ea typeface="Consolas"/>
              </a:rPr>
              <a:t>Duck.__mro__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6" name="Text 28"/>
          <p:cNvSpPr/>
          <p:nvPr/>
        </p:nvSpPr>
        <p:spPr>
          <a:xfrm>
            <a:off x="749880" y="2103120"/>
            <a:ext cx="2246760" cy="13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1. Duck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2. Flyer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3. Swimmer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40000"/>
              </a:lnSpc>
              <a:tabLst>
                <a:tab pos="0" algn="l"/>
              </a:tabLst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ntarell"/>
                <a:ea typeface="Consolas"/>
              </a:rPr>
              <a:t>4. object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7" name="Text 29"/>
          <p:cNvSpPr/>
          <p:nvPr/>
        </p:nvSpPr>
        <p:spPr>
          <a:xfrm>
            <a:off x="749880" y="3566160"/>
            <a:ext cx="224676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10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Python searches left to right, so Flyer’s move() wins over Swimmer’s.</a:t>
            </a:r>
            <a:endParaRPr lang="en-US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8" name="Text 30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79" name="Text 31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0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1" name="Image 0" descr="/home/claude/work/icons/FaSitemap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2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Multiple Inheritance — Inheriting From More Than One Class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3" name="Text 2"/>
          <p:cNvSpPr/>
          <p:nvPr/>
        </p:nvSpPr>
        <p:spPr>
          <a:xfrm>
            <a:off x="548640" y="1234440"/>
            <a:ext cx="11091960" cy="11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allows a class to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inherit from more than one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parent at once — class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Duck(Flyer, Swimmer)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If more than one parent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defines the same method,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Python resolves the conflict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using its Method Resolution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Order (MRO)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can inspect the exact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search order yourself with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ClassName.__mro__ —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useful whenever behavior </a:t>
            </a: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seems ambiguous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4" name="Shape 3"/>
          <p:cNvSpPr/>
          <p:nvPr/>
        </p:nvSpPr>
        <p:spPr>
          <a:xfrm>
            <a:off x="548640" y="2569320"/>
            <a:ext cx="11091960" cy="37832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85" name="Text 4"/>
          <p:cNvSpPr/>
          <p:nvPr/>
        </p:nvSpPr>
        <p:spPr>
          <a:xfrm>
            <a:off x="868680" y="2752200"/>
            <a:ext cx="10451880" cy="34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Flyer: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move(self):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print("Flying")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Swimmer: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move(self):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print("Swimming")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Duck(Flyer, Swimmer):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pass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Duck().move()          # Flying — Flyer is checked first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print(Duck.__mro__)    # shows the full search order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6" name="Text 5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87" name="Text 6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29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8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389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90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Inheritance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1" name="Shape 2"/>
          <p:cNvSpPr/>
          <p:nvPr/>
        </p:nvSpPr>
        <p:spPr>
          <a:xfrm>
            <a:off x="548640" y="1234440"/>
            <a:ext cx="11091960" cy="511812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2" name="Text 3"/>
          <p:cNvSpPr/>
          <p:nvPr/>
        </p:nvSpPr>
        <p:spPr>
          <a:xfrm>
            <a:off x="868680" y="1435680"/>
            <a:ext cx="104518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3" name="Shape 4"/>
          <p:cNvSpPr/>
          <p:nvPr/>
        </p:nvSpPr>
        <p:spPr>
          <a:xfrm>
            <a:off x="868680" y="229644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4" name="Text 5"/>
          <p:cNvSpPr/>
          <p:nvPr/>
        </p:nvSpPr>
        <p:spPr>
          <a:xfrm>
            <a:off x="868680" y="229644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5" name="Text 6"/>
          <p:cNvSpPr/>
          <p:nvPr/>
        </p:nvSpPr>
        <p:spPr>
          <a:xfrm>
            <a:off x="1408320" y="1920240"/>
            <a:ext cx="9912240" cy="10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an Employee class with name and salary, then a Manager subclass adding a team_size attribute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6" name="Shape 7"/>
          <p:cNvSpPr/>
          <p:nvPr/>
        </p:nvSpPr>
        <p:spPr>
          <a:xfrm>
            <a:off x="868680" y="335916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397" name="Text 8"/>
          <p:cNvSpPr/>
          <p:nvPr/>
        </p:nvSpPr>
        <p:spPr>
          <a:xfrm>
            <a:off x="868680" y="335916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8" name="Text 9"/>
          <p:cNvSpPr/>
          <p:nvPr/>
        </p:nvSpPr>
        <p:spPr>
          <a:xfrm>
            <a:off x="1408320" y="2983320"/>
            <a:ext cx="9912240" cy="10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Use super().__init__() inside Manager rather than repeating Employee’s setup logic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399" name="Shape 10"/>
          <p:cNvSpPr/>
          <p:nvPr/>
        </p:nvSpPr>
        <p:spPr>
          <a:xfrm>
            <a:off x="868680" y="442224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0" name="Text 11"/>
          <p:cNvSpPr/>
          <p:nvPr/>
        </p:nvSpPr>
        <p:spPr>
          <a:xfrm>
            <a:off x="868680" y="442224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1" name="Text 12"/>
          <p:cNvSpPr/>
          <p:nvPr/>
        </p:nvSpPr>
        <p:spPr>
          <a:xfrm>
            <a:off x="1408320" y="4046400"/>
            <a:ext cx="9912240" cy="10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Override a raise_salary() method in Manager so managers get double the normal raise percentage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2" name="Shape 13"/>
          <p:cNvSpPr/>
          <p:nvPr/>
        </p:nvSpPr>
        <p:spPr>
          <a:xfrm>
            <a:off x="868680" y="548532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03" name="Text 14"/>
          <p:cNvSpPr/>
          <p:nvPr/>
        </p:nvSpPr>
        <p:spPr>
          <a:xfrm>
            <a:off x="868680" y="548532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4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4" name="Text 15"/>
          <p:cNvSpPr/>
          <p:nvPr/>
        </p:nvSpPr>
        <p:spPr>
          <a:xfrm>
            <a:off x="1408320" y="5109120"/>
            <a:ext cx="9912240" cy="10605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Print MyClass.__mro__ for a class with two parents, and explain the order out loud before checking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5" name="Text 16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06" name="Text 17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7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08" name="Image 0" descr="/home/claude/work/icons/FaRandom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09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Pillar 4: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0" name="Shape 2"/>
          <p:cNvSpPr/>
          <p:nvPr/>
        </p:nvSpPr>
        <p:spPr>
          <a:xfrm>
            <a:off x="548640" y="1234440"/>
            <a:ext cx="3243600" cy="511812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1" name="Shape 3"/>
          <p:cNvSpPr/>
          <p:nvPr/>
        </p:nvSpPr>
        <p:spPr>
          <a:xfrm>
            <a:off x="1645920" y="1737360"/>
            <a:ext cx="1049040" cy="1049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2" name="Image 1" descr="/home/claude/work/icons/FaRandom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7760" cy="52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3" name="Text 4"/>
          <p:cNvSpPr/>
          <p:nvPr/>
        </p:nvSpPr>
        <p:spPr>
          <a:xfrm>
            <a:off x="731520" y="3017520"/>
            <a:ext cx="2877840" cy="30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Same call,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different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behavior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4" name="Text 5"/>
          <p:cNvSpPr/>
          <p:nvPr/>
        </p:nvSpPr>
        <p:spPr>
          <a:xfrm>
            <a:off x="4206240" y="1280160"/>
            <a:ext cx="7434360" cy="50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Polymorphism means different classes can respond to the exact same method call, each in its own appropriate way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"Poly" (many) + "morph" (forms) — one interface, many shapes of behavior underneath it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You already saw the mechanism in the last part: method overriding is exactly how polymorphism happens in practice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2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payoff is code that works on any object with the right method, without needing to know or check its exact class first</a:t>
            </a:r>
            <a:endParaRPr lang="en-US" sz="2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5" name="Text 6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16" name="Text 7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7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18" name="Image 0" descr="/home/claude/work/icons/FaRandom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9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Polymorphism in Action — One Loop, Many Behaviors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0" name="Text 2"/>
          <p:cNvSpPr/>
          <p:nvPr/>
        </p:nvSpPr>
        <p:spPr>
          <a:xfrm>
            <a:off x="548640" y="1234440"/>
            <a:ext cx="11091960" cy="11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shape in the list has an area() method — but each class calculates it completely differently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loop doesn’t check what type of shape it has — it just trusts that .area() exists and calls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real payoff of polymorphism: code that’s written once and works correctly for classes that don’t exist yet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1" name="Shape 3"/>
          <p:cNvSpPr/>
          <p:nvPr/>
        </p:nvSpPr>
        <p:spPr>
          <a:xfrm>
            <a:off x="548640" y="2569320"/>
            <a:ext cx="11091960" cy="37832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22" name="Text 4"/>
          <p:cNvSpPr/>
          <p:nvPr/>
        </p:nvSpPr>
        <p:spPr>
          <a:xfrm>
            <a:off x="868680" y="2752200"/>
            <a:ext cx="10451880" cy="34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Circle: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r): self.r = r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 return 3.14159 * self.r ** 2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Square: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s): self.s = s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area(self): return self.s ** 2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shapes = [Circle(3), Square(4)]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for shape in shapes: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print(shape.area())   # each uses its OWN area() logic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28.27...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16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3" name="Text 5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4" name="Text 6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5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26" name="Image 0" descr="/home/claude/work/icons/FaFeather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27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Duck Typing — 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Python’s Real 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8" name="Text 2"/>
          <p:cNvSpPr/>
          <p:nvPr/>
        </p:nvSpPr>
        <p:spPr>
          <a:xfrm>
            <a:off x="548640" y="1234440"/>
            <a:ext cx="11091960" cy="11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"If it walks like a duck and quacks like a duck, it’s a duck" — Python doesn’t check an object’s class, only whether it has the method being called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Two totally unrelated classes can both work with the same code, as long as they both implement the method it expects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looser and more flexible than polymorphism in many other languages — it’s driven entirely by behavior, not by shared inheritance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29" name="Shape 3"/>
          <p:cNvSpPr/>
          <p:nvPr/>
        </p:nvSpPr>
        <p:spPr>
          <a:xfrm>
            <a:off x="548640" y="2569320"/>
            <a:ext cx="11091960" cy="37832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0" name="Text 4"/>
          <p:cNvSpPr/>
          <p:nvPr/>
        </p:nvSpPr>
        <p:spPr>
          <a:xfrm>
            <a:off x="868680" y="2752200"/>
            <a:ext cx="10451880" cy="34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Duck: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sound(self): print("Quack!")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sound(self): print("Woof!")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def make_it_talk(animal):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animal.sound()   # no type check — just calls .sound()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make_it_talk(Duck())   # Quack!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make_it_talk(Dog())    # Woof! — completely unrelated classes, both work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1" name="Text 5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2" name="Text 6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33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3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34" name="Image 0" descr="/home/claude/work/icons/FaRandom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5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6" name="Shape 2"/>
          <p:cNvSpPr/>
          <p:nvPr/>
        </p:nvSpPr>
        <p:spPr>
          <a:xfrm>
            <a:off x="548640" y="1234440"/>
            <a:ext cx="11091960" cy="511812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7" name="Text 3"/>
          <p:cNvSpPr/>
          <p:nvPr/>
        </p:nvSpPr>
        <p:spPr>
          <a:xfrm>
            <a:off x="868680" y="1435680"/>
            <a:ext cx="104518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38" name="Shape 4"/>
          <p:cNvSpPr/>
          <p:nvPr/>
        </p:nvSpPr>
        <p:spPr>
          <a:xfrm>
            <a:off x="868680" y="247356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39" name="Text 5"/>
          <p:cNvSpPr/>
          <p:nvPr/>
        </p:nvSpPr>
        <p:spPr>
          <a:xfrm>
            <a:off x="868680" y="247356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0" name="Text 6"/>
          <p:cNvSpPr/>
          <p:nvPr/>
        </p:nvSpPr>
        <p:spPr>
          <a:xfrm>
            <a:off x="1408320" y="1920240"/>
            <a:ext cx="9912240" cy="14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three classes (Cat, Dog, Cow) each with their own sound() method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1" name="Shape 7"/>
          <p:cNvSpPr/>
          <p:nvPr/>
        </p:nvSpPr>
        <p:spPr>
          <a:xfrm>
            <a:off x="868680" y="389088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2" name="Text 8"/>
          <p:cNvSpPr/>
          <p:nvPr/>
        </p:nvSpPr>
        <p:spPr>
          <a:xfrm>
            <a:off x="868680" y="389088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3" name="Text 9"/>
          <p:cNvSpPr/>
          <p:nvPr/>
        </p:nvSpPr>
        <p:spPr>
          <a:xfrm>
            <a:off x="1408320" y="3337560"/>
            <a:ext cx="9912240" cy="14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Loop over a list containing one of each and call .sound() on every item without checking type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4" name="Shape 10"/>
          <p:cNvSpPr/>
          <p:nvPr/>
        </p:nvSpPr>
        <p:spPr>
          <a:xfrm>
            <a:off x="868680" y="530820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45" name="Text 11"/>
          <p:cNvSpPr/>
          <p:nvPr/>
        </p:nvSpPr>
        <p:spPr>
          <a:xfrm>
            <a:off x="868680" y="530820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6" name="Text 12"/>
          <p:cNvSpPr/>
          <p:nvPr/>
        </p:nvSpPr>
        <p:spPr>
          <a:xfrm>
            <a:off x="1408320" y="4754880"/>
            <a:ext cx="9912240" cy="14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Write a function that accepts any object with a .describe() method, and call it with two unrelated classes to prove duck typing works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7" name="Text 13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48" name="Text 14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Shape 0"/>
          <p:cNvSpPr/>
          <p:nvPr/>
        </p:nvSpPr>
        <p:spPr>
          <a:xfrm>
            <a:off x="-2286000" y="3657600"/>
            <a:ext cx="6398280" cy="63982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0" name="Shape 1"/>
          <p:cNvSpPr/>
          <p:nvPr/>
        </p:nvSpPr>
        <p:spPr>
          <a:xfrm>
            <a:off x="8229600" y="-2743200"/>
            <a:ext cx="6398280" cy="63982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1" name="Shape 2"/>
          <p:cNvSpPr/>
          <p:nvPr/>
        </p:nvSpPr>
        <p:spPr>
          <a:xfrm>
            <a:off x="5638680" y="868680"/>
            <a:ext cx="911880" cy="911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2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6320" cy="436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3" name="Text 3"/>
          <p:cNvSpPr/>
          <p:nvPr/>
        </p:nvSpPr>
        <p:spPr>
          <a:xfrm>
            <a:off x="914400" y="2057400"/>
            <a:ext cx="103604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4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4" name="Text 4"/>
          <p:cNvSpPr/>
          <p:nvPr/>
        </p:nvSpPr>
        <p:spPr>
          <a:xfrm>
            <a:off x="1188720" y="2441520"/>
            <a:ext cx="981180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Python-Specific OOP Details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5" name="Text 5"/>
          <p:cNvSpPr/>
          <p:nvPr/>
        </p:nvSpPr>
        <p:spPr>
          <a:xfrm>
            <a:off x="1920240" y="3630240"/>
            <a:ext cx="834876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Beyond the four pillars — the conventions and tools every real Python class actually uses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56" name="Text 6"/>
          <p:cNvSpPr/>
          <p:nvPr/>
        </p:nvSpPr>
        <p:spPr>
          <a:xfrm>
            <a:off x="11094480" y="649224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35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58" name="Image 0" descr="/home/claude/work/icons/FaFileAlt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59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__str__ vs. __repr__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0" name="Text 2"/>
          <p:cNvSpPr/>
          <p:nvPr/>
        </p:nvSpPr>
        <p:spPr>
          <a:xfrm>
            <a:off x="548640" y="1234440"/>
            <a:ext cx="11091960" cy="11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By default, printing an object shows an unhelpful memory address — &lt;__main__.Dog object at 0x...&gt;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__str__ defines what print() and str() show — aimed at humans, readable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__repr__ defines what appears in the shell/debugger, and is used as a fallback if __str__ is missing — aimed at developers, ideally unambiguous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1" name="Shape 3"/>
          <p:cNvSpPr/>
          <p:nvPr/>
        </p:nvSpPr>
        <p:spPr>
          <a:xfrm>
            <a:off x="548640" y="2569320"/>
            <a:ext cx="11091960" cy="37832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62" name="Text 4"/>
          <p:cNvSpPr/>
          <p:nvPr/>
        </p:nvSpPr>
        <p:spPr>
          <a:xfrm>
            <a:off x="868680" y="2752200"/>
            <a:ext cx="10451880" cy="34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__str__(self):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f"{self.name}, a very good dog"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__repr__(self):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f"Dog(name='{self.name}')"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Dog("Rex")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print(rex)   # Rex, a very good dog   (__str__)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         # Dog(name='Rex')          (__repr__, in the shell)</a:t>
            </a:r>
            <a:endParaRPr lang="en-US" sz="1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3" name="Text 5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4" name="Text 6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66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67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More Dunder Methods — Operator Overloading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8" name="Text 2"/>
          <p:cNvSpPr/>
          <p:nvPr/>
        </p:nvSpPr>
        <p:spPr>
          <a:xfrm>
            <a:off x="548640" y="1234440"/>
            <a:ext cx="11091960" cy="11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Dunder methods let your own objects work with Python’s built-in operators and functions — +, ==, len(), and more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__eq__ defines what == means for your objects — by default, Python only checks if they’re the exact same object in memory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__add__ defines what + does — this is exactly how "vector1 + vector2" works for custom classes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69" name="Shape 3"/>
          <p:cNvSpPr/>
          <p:nvPr/>
        </p:nvSpPr>
        <p:spPr>
          <a:xfrm>
            <a:off x="548640" y="2569320"/>
            <a:ext cx="11091960" cy="37832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70" name="Text 4"/>
          <p:cNvSpPr/>
          <p:nvPr/>
        </p:nvSpPr>
        <p:spPr>
          <a:xfrm>
            <a:off x="868680" y="2752200"/>
            <a:ext cx="10451880" cy="34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class Point: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__init__(self, x, y):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self.x, self.y = x, y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__eq__(self, other):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self.x == other.x and self.y == other.y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__add__(self, other):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Point(self.x + other.x, self.y + other.y)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def __len__(self):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       return int((self.x**2 + self.y**2) ** 0.5)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 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Point(1, 2) == Point(1, 2)   # True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160" b="0" u="none" strike="noStrike">
                <a:solidFill>
                  <a:srgbClr val="E8F0EC"/>
                </a:solidFill>
                <a:effectLst/>
                <a:uFillTx/>
                <a:latin typeface="Consolas"/>
                <a:ea typeface="Consolas"/>
              </a:rPr>
              <a:t>Point(1, 2) + Point(3, 4)    # Point object with x=4, y=6</a:t>
            </a:r>
            <a:endParaRPr lang="en-US" sz="116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1" name="Text 5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2" name="Text 6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37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4" name="Image 0" descr="/home/claude/work/icons/FaCogs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5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cl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as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et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ho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 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vs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. 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st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at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ic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et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ho</a:t>
            </a: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d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6" name="Shape 2"/>
          <p:cNvSpPr/>
          <p:nvPr/>
        </p:nvSpPr>
        <p:spPr>
          <a:xfrm>
            <a:off x="548640" y="1234440"/>
            <a:ext cx="5361840" cy="511812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77" name="Shape 3"/>
          <p:cNvSpPr/>
          <p:nvPr/>
        </p:nvSpPr>
        <p:spPr>
          <a:xfrm>
            <a:off x="822960" y="1508760"/>
            <a:ext cx="454680" cy="45468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78" name="Image 1" descr="/home/claude/work/icons/FaUsersCog.png"/>
          <p:cNvPicPr/>
          <p:nvPr/>
        </p:nvPicPr>
        <p:blipFill>
          <a:blip r:embed="rId2"/>
          <a:stretch/>
        </p:blipFill>
        <p:spPr>
          <a:xfrm>
            <a:off x="923400" y="160920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79" name="Text 4"/>
          <p:cNvSpPr/>
          <p:nvPr/>
        </p:nvSpPr>
        <p:spPr>
          <a:xfrm>
            <a:off x="1444680" y="1508760"/>
            <a:ext cx="42829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@classmethod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0" name="Text 5"/>
          <p:cNvSpPr/>
          <p:nvPr/>
        </p:nvSpPr>
        <p:spPr>
          <a:xfrm>
            <a:off x="841320" y="2194560"/>
            <a:ext cx="4776480" cy="392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Receives the class itself (cls) instead of an instance (self) as its first argument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Can access and modify class-level state, and is commonly used to build alternate constructors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Called on the class: Dog.from_string(...)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1" name="Shape 6"/>
          <p:cNvSpPr/>
          <p:nvPr/>
        </p:nvSpPr>
        <p:spPr>
          <a:xfrm>
            <a:off x="6278760" y="1234440"/>
            <a:ext cx="5361840" cy="5118120"/>
          </a:xfrm>
          <a:prstGeom prst="roundRect">
            <a:avLst>
              <a:gd name="adj" fmla="val 1786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2" name="Shape 7"/>
          <p:cNvSpPr/>
          <p:nvPr/>
        </p:nvSpPr>
        <p:spPr>
          <a:xfrm>
            <a:off x="6553080" y="1508760"/>
            <a:ext cx="454680" cy="4546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3" name="Image 2" descr="/home/claude/work/icons/FaCube.png"/>
          <p:cNvPicPr/>
          <p:nvPr/>
        </p:nvPicPr>
        <p:blipFill>
          <a:blip r:embed="rId3"/>
          <a:stretch/>
        </p:blipFill>
        <p:spPr>
          <a:xfrm>
            <a:off x="6653520" y="1609200"/>
            <a:ext cx="253440" cy="25344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4" name="Text 8"/>
          <p:cNvSpPr/>
          <p:nvPr/>
        </p:nvSpPr>
        <p:spPr>
          <a:xfrm>
            <a:off x="7174800" y="1508760"/>
            <a:ext cx="42829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@staticmethod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5" name="Text 9"/>
          <p:cNvSpPr/>
          <p:nvPr/>
        </p:nvSpPr>
        <p:spPr>
          <a:xfrm>
            <a:off x="6571440" y="2194560"/>
            <a:ext cx="4776480" cy="39294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Receives neither self nor cls — it’s just a regular function that happens to live inside the class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Used when logic is related to the class conceptually, but doesn’t need any instance or class data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25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Called the same way: Dog.is_valid_name("Rex")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6" name="Text 10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87" name="Text 11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8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89" name="Image 0" descr="/home/claude/work/icons/FaKey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0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@classmethod as an Alternate Constructor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1" name="Text 2"/>
          <p:cNvSpPr/>
          <p:nvPr/>
        </p:nvSpPr>
        <p:spPr>
          <a:xfrm>
            <a:off x="548640" y="1234440"/>
            <a:ext cx="11091960" cy="11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the single most common real-world use of @classmethod — offering more than one way to build an object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from_string builds a Dog from one format (a comma-separated string) while __init__ handles the normal way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Both ultimately create the same kind of object — cls(...) inside a classmethod calls the real constructor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2" name="Shape 3"/>
          <p:cNvSpPr/>
          <p:nvPr/>
        </p:nvSpPr>
        <p:spPr>
          <a:xfrm>
            <a:off x="548640" y="2569320"/>
            <a:ext cx="11091960" cy="37832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493" name="Text 4"/>
          <p:cNvSpPr/>
          <p:nvPr/>
        </p:nvSpPr>
        <p:spPr>
          <a:xfrm>
            <a:off x="868680" y="2752200"/>
            <a:ext cx="10451880" cy="34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__init__(self, name, age):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self.name = name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self.age = age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@classmethod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from_string(cls, data):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name, age = data.split(",")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return cls(name, int(age))    # calls Dog(name, age)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Dog.from_string("Rex,3")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35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rex.name, rex.age    # ('Rex', 3)</a:t>
            </a:r>
            <a:endParaRPr lang="en-US" sz="13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4" name="Text 5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5" name="Text 6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39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6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497" name="Image 0" descr="/home/claude/work/icons/FaCube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98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"Everything Is an Object" in Python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499" name="Shape 2"/>
          <p:cNvSpPr/>
          <p:nvPr/>
        </p:nvSpPr>
        <p:spPr>
          <a:xfrm>
            <a:off x="548640" y="1234440"/>
            <a:ext cx="3243600" cy="511812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0" name="Shape 3"/>
          <p:cNvSpPr/>
          <p:nvPr/>
        </p:nvSpPr>
        <p:spPr>
          <a:xfrm>
            <a:off x="1645920" y="1737360"/>
            <a:ext cx="1049040" cy="1049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1" name="Image 1" descr="/home/claude/work/icons/FaCube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7760" cy="52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2" name="Text 4"/>
          <p:cNvSpPr/>
          <p:nvPr/>
        </p:nvSpPr>
        <p:spPr>
          <a:xfrm>
            <a:off x="731520" y="3017520"/>
            <a:ext cx="2877840" cy="30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Not just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your own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classes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3" name="Text 5"/>
          <p:cNvSpPr/>
          <p:nvPr/>
        </p:nvSpPr>
        <p:spPr>
          <a:xfrm>
            <a:off x="4206240" y="1280160"/>
            <a:ext cx="7434360" cy="50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Every value in Python — numbers, strings, lists, functions, even classes themselves — is an object of some class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(5).bit_length() works because even an int is an object with methods — type(5) really is &lt;class 'int'&gt;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is why dir() and type() work uniformly on absolutely anything in Python — there’s no special-cased "primitive"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Understanding your own classes makes Python’s built-in types make more sense too — they’re built the same way yours are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4" name="Text 6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5" name="Text 7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6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07" name="Image 0" descr="/home/claude/work/icons/FaExclamationTriangle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08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 Famous Python Gotcha: Mutable Class Attributes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09" name="Text 2"/>
          <p:cNvSpPr/>
          <p:nvPr/>
        </p:nvSpPr>
        <p:spPr>
          <a:xfrm>
            <a:off x="548640" y="1234440"/>
            <a:ext cx="11091960" cy="11952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 mutable class attribute (like a list) is shared by every instance — exactly like any other class attribute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Appending to it from one object silently affects every other object, because there’s only ever one list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3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The fix: create mutable attributes inside __init__ with self, so each object gets its own independent copy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0" name="Shape 3"/>
          <p:cNvSpPr/>
          <p:nvPr/>
        </p:nvSpPr>
        <p:spPr>
          <a:xfrm>
            <a:off x="548640" y="2569320"/>
            <a:ext cx="11091960" cy="3783240"/>
          </a:xfrm>
          <a:prstGeom prst="roundRect">
            <a:avLst>
              <a:gd name="adj" fmla="val 1932"/>
            </a:avLst>
          </a:prstGeom>
          <a:solidFill>
            <a:srgbClr val="13312F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11" name="Text 4"/>
          <p:cNvSpPr/>
          <p:nvPr/>
        </p:nvSpPr>
        <p:spPr>
          <a:xfrm>
            <a:off x="868680" y="2752200"/>
            <a:ext cx="10451880" cy="34174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WRONG — shared across every instance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tricks = []          # class attribute — ONE list for all dogs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add_trick(self, trick):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self.tricks.append(trick)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 = Dog(); milo = Dog()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rex.add_trick("sit")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milo.tricks    # ['sit'] — leaked into milo too!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8FA89E"/>
                </a:solidFill>
                <a:effectLst/>
                <a:uFillTx/>
                <a:latin typeface="Cantarell"/>
                <a:ea typeface="Consolas"/>
              </a:rPr>
              <a:t># RIGHT — each instance gets its own list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class Dog: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def __init__(self):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240" b="0" u="none" strike="noStrike">
                <a:solidFill>
                  <a:srgbClr val="E8F0EC"/>
                </a:solidFill>
                <a:effectLst/>
                <a:uFillTx/>
                <a:latin typeface="Cantarell"/>
                <a:ea typeface="Consolas"/>
              </a:rPr>
              <a:t>        self.tricks = []   # instance attribute, private to self</a:t>
            </a:r>
            <a:endParaRPr lang="en-US" sz="12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2" name="Text 5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3" name="Text 6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41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4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15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16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Practice Set — Python-Specific Details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7" name="Shape 2"/>
          <p:cNvSpPr/>
          <p:nvPr/>
        </p:nvSpPr>
        <p:spPr>
          <a:xfrm>
            <a:off x="548640" y="1234440"/>
            <a:ext cx="11091960" cy="5118120"/>
          </a:xfrm>
          <a:prstGeom prst="roundRect">
            <a:avLst>
              <a:gd name="adj" fmla="val 1786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8" name="Text 3"/>
          <p:cNvSpPr/>
          <p:nvPr/>
        </p:nvSpPr>
        <p:spPr>
          <a:xfrm>
            <a:off x="868680" y="1435680"/>
            <a:ext cx="10451880" cy="3632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Try these yourself first — no code shown, that’s the point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19" name="Shape 4"/>
          <p:cNvSpPr/>
          <p:nvPr/>
        </p:nvSpPr>
        <p:spPr>
          <a:xfrm>
            <a:off x="868680" y="247356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0" name="Text 5"/>
          <p:cNvSpPr/>
          <p:nvPr/>
        </p:nvSpPr>
        <p:spPr>
          <a:xfrm>
            <a:off x="868680" y="247356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1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1" name="Text 6"/>
          <p:cNvSpPr/>
          <p:nvPr/>
        </p:nvSpPr>
        <p:spPr>
          <a:xfrm>
            <a:off x="1408320" y="1920240"/>
            <a:ext cx="9912240" cy="14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__str__ to a class you’ve already written this session, and confirm print() uses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2" name="Shape 7"/>
          <p:cNvSpPr/>
          <p:nvPr/>
        </p:nvSpPr>
        <p:spPr>
          <a:xfrm>
            <a:off x="868680" y="389088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3" name="Text 8"/>
          <p:cNvSpPr/>
          <p:nvPr/>
        </p:nvSpPr>
        <p:spPr>
          <a:xfrm>
            <a:off x="868680" y="389088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2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4" name="Text 9"/>
          <p:cNvSpPr/>
          <p:nvPr/>
        </p:nvSpPr>
        <p:spPr>
          <a:xfrm>
            <a:off x="1408320" y="3337560"/>
            <a:ext cx="9912240" cy="14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@classmethod alternate constructor to your Employee class from earlier that builds one from a single "name-salary" string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5" name="Shape 10"/>
          <p:cNvSpPr/>
          <p:nvPr/>
        </p:nvSpPr>
        <p:spPr>
          <a:xfrm>
            <a:off x="868680" y="5308200"/>
            <a:ext cx="308520" cy="30852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26" name="Text 11"/>
          <p:cNvSpPr/>
          <p:nvPr/>
        </p:nvSpPr>
        <p:spPr>
          <a:xfrm>
            <a:off x="868680" y="5308200"/>
            <a:ext cx="308520" cy="308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3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7" name="Text 12"/>
          <p:cNvSpPr/>
          <p:nvPr/>
        </p:nvSpPr>
        <p:spPr>
          <a:xfrm>
            <a:off x="1408320" y="4754880"/>
            <a:ext cx="9912240" cy="1414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Deliberately reproduce the mutable class-attribute bug, confirm the leak, then fix it</a:t>
            </a:r>
            <a:endParaRPr lang="en-US" sz="13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8" name="Text 13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29" name="Text 14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42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0" name="Shape 0"/>
          <p:cNvSpPr/>
          <p:nvPr/>
        </p:nvSpPr>
        <p:spPr>
          <a:xfrm>
            <a:off x="-2286000" y="3657600"/>
            <a:ext cx="6398280" cy="63982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1" name="Shape 1"/>
          <p:cNvSpPr/>
          <p:nvPr/>
        </p:nvSpPr>
        <p:spPr>
          <a:xfrm>
            <a:off x="8229600" y="-2743200"/>
            <a:ext cx="6398280" cy="63982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2" name="Shape 2"/>
          <p:cNvSpPr/>
          <p:nvPr/>
        </p:nvSpPr>
        <p:spPr>
          <a:xfrm>
            <a:off x="5638680" y="868680"/>
            <a:ext cx="911880" cy="911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3" name="Image 0" descr="/home/claude/work/icons/FaClipboardList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6320" cy="436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34" name="Text 3"/>
          <p:cNvSpPr/>
          <p:nvPr/>
        </p:nvSpPr>
        <p:spPr>
          <a:xfrm>
            <a:off x="914400" y="2057400"/>
            <a:ext cx="103604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INDUSTRY-STYLE TASKS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5" name="Text 4"/>
          <p:cNvSpPr/>
          <p:nvPr/>
        </p:nvSpPr>
        <p:spPr>
          <a:xfrm>
            <a:off x="1188720" y="2441520"/>
            <a:ext cx="9811800" cy="13690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24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Build the Things You’ll Actually Be Asked to Build</a:t>
            </a:r>
            <a:endParaRPr lang="en-US" sz="24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6" name="Text 5"/>
          <p:cNvSpPr/>
          <p:nvPr/>
        </p:nvSpPr>
        <p:spPr>
          <a:xfrm>
            <a:off x="1920240" y="3996000"/>
            <a:ext cx="834876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Not toy examples — validated accounts, class hierarchies, and alternate constructors are everyday, real-world work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37" name="Text 6"/>
          <p:cNvSpPr/>
          <p:nvPr/>
        </p:nvSpPr>
        <p:spPr>
          <a:xfrm>
            <a:off x="11094480" y="649224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43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8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39" name="Image 0" descr="/home/claude/work/icons/FaUserShield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0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A: Classes &amp; Encapsulation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1" name="Text 2"/>
          <p:cNvSpPr/>
          <p:nvPr/>
        </p:nvSpPr>
        <p:spPr>
          <a:xfrm>
            <a:off x="548640" y="1234440"/>
            <a:ext cx="110919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2" name="Shape 3"/>
          <p:cNvSpPr/>
          <p:nvPr/>
        </p:nvSpPr>
        <p:spPr>
          <a:xfrm>
            <a:off x="548640" y="1682640"/>
            <a:ext cx="11091960" cy="145764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3" name="Shape 4"/>
          <p:cNvSpPr/>
          <p:nvPr/>
        </p:nvSpPr>
        <p:spPr>
          <a:xfrm>
            <a:off x="804600" y="2302920"/>
            <a:ext cx="290160" cy="2901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4" name="Image 1" descr="/home/claude/work/icons/FaCheckCircle.png"/>
          <p:cNvPicPr/>
          <p:nvPr/>
        </p:nvPicPr>
        <p:blipFill>
          <a:blip r:embed="rId2"/>
          <a:stretch/>
        </p:blipFill>
        <p:spPr>
          <a:xfrm>
            <a:off x="859680" y="235764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5" name="Text 5"/>
          <p:cNvSpPr/>
          <p:nvPr/>
        </p:nvSpPr>
        <p:spPr>
          <a:xfrm>
            <a:off x="1325880" y="1719000"/>
            <a:ext cx="10040400" cy="13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Build a BankAccount class with a protected _balance, plus deposit() and withdraw() methods that reject invalid amounts — no other way to change the balance.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6" name="Shape 6"/>
          <p:cNvSpPr/>
          <p:nvPr/>
        </p:nvSpPr>
        <p:spPr>
          <a:xfrm>
            <a:off x="548640" y="3252240"/>
            <a:ext cx="11091960" cy="145764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47" name="Shape 7"/>
          <p:cNvSpPr/>
          <p:nvPr/>
        </p:nvSpPr>
        <p:spPr>
          <a:xfrm>
            <a:off x="804600" y="3872520"/>
            <a:ext cx="290160" cy="2901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48" name="Image 2" descr="/home/claude/work/icons/FaCheckCircle.png"/>
          <p:cNvPicPr/>
          <p:nvPr/>
        </p:nvPicPr>
        <p:blipFill>
          <a:blip r:embed="rId3"/>
          <a:stretch/>
        </p:blipFill>
        <p:spPr>
          <a:xfrm>
            <a:off x="859680" y="392724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49" name="Text 8"/>
          <p:cNvSpPr/>
          <p:nvPr/>
        </p:nvSpPr>
        <p:spPr>
          <a:xfrm>
            <a:off x="1325880" y="3288960"/>
            <a:ext cx="10040400" cy="13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Turn balance into a @property with a setter that raises a ValueError for negative values, and confirm direct assignment is properly validated.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0" name="Shape 9"/>
          <p:cNvSpPr/>
          <p:nvPr/>
        </p:nvSpPr>
        <p:spPr>
          <a:xfrm>
            <a:off x="548640" y="4821840"/>
            <a:ext cx="11091960" cy="145764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1" name="Shape 10"/>
          <p:cNvSpPr/>
          <p:nvPr/>
        </p:nvSpPr>
        <p:spPr>
          <a:xfrm>
            <a:off x="804600" y="5442120"/>
            <a:ext cx="290160" cy="2901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2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3" name="Text 11"/>
          <p:cNvSpPr/>
          <p:nvPr/>
        </p:nvSpPr>
        <p:spPr>
          <a:xfrm>
            <a:off x="1325880" y="4858560"/>
            <a:ext cx="10040400" cy="13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class attribute bank_name shared by every account, and confirm it updates for all existing accounts when changed on the class.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4" name="Text 12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5" name="Text 13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44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6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57" name="Image 0" descr="/home/claude/work/icons/FaDna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58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B: Inheritance &amp; Polymorphism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59" name="Text 2"/>
          <p:cNvSpPr/>
          <p:nvPr/>
        </p:nvSpPr>
        <p:spPr>
          <a:xfrm>
            <a:off x="548640" y="1234440"/>
            <a:ext cx="110919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0" name="Shape 3"/>
          <p:cNvSpPr/>
          <p:nvPr/>
        </p:nvSpPr>
        <p:spPr>
          <a:xfrm>
            <a:off x="548640" y="1682640"/>
            <a:ext cx="11091960" cy="145764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1" name="Shape 4"/>
          <p:cNvSpPr/>
          <p:nvPr/>
        </p:nvSpPr>
        <p:spPr>
          <a:xfrm>
            <a:off x="804600" y="2302920"/>
            <a:ext cx="290160" cy="2901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2" name="Image 1" descr="/home/claude/work/icons/FaCheckCircle.png"/>
          <p:cNvPicPr/>
          <p:nvPr/>
        </p:nvPicPr>
        <p:blipFill>
          <a:blip r:embed="rId2"/>
          <a:stretch/>
        </p:blipFill>
        <p:spPr>
          <a:xfrm>
            <a:off x="859680" y="235764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3" name="Text 5"/>
          <p:cNvSpPr/>
          <p:nvPr/>
        </p:nvSpPr>
        <p:spPr>
          <a:xfrm>
            <a:off x="1325880" y="1719000"/>
            <a:ext cx="10040400" cy="13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Build a Shape base class (abstract, using ABC) with an abstract area() method, then Rectangle and Triangle subclasses that implement it differently.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4" name="Shape 6"/>
          <p:cNvSpPr/>
          <p:nvPr/>
        </p:nvSpPr>
        <p:spPr>
          <a:xfrm>
            <a:off x="548640" y="3252240"/>
            <a:ext cx="11091960" cy="145764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5" name="Shape 7"/>
          <p:cNvSpPr/>
          <p:nvPr/>
        </p:nvSpPr>
        <p:spPr>
          <a:xfrm>
            <a:off x="804600" y="3872520"/>
            <a:ext cx="290160" cy="2901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66" name="Image 2" descr="/home/claude/work/icons/FaCheckCircle.png"/>
          <p:cNvPicPr/>
          <p:nvPr/>
        </p:nvPicPr>
        <p:blipFill>
          <a:blip r:embed="rId3"/>
          <a:stretch/>
        </p:blipFill>
        <p:spPr>
          <a:xfrm>
            <a:off x="859680" y="392724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67" name="Text 8"/>
          <p:cNvSpPr/>
          <p:nvPr/>
        </p:nvSpPr>
        <p:spPr>
          <a:xfrm>
            <a:off x="1325880" y="3288960"/>
            <a:ext cx="10040400" cy="13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Loop over a list of mixed shapes and print each one’s area — without checking what type each shape is.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8" name="Shape 9"/>
          <p:cNvSpPr/>
          <p:nvPr/>
        </p:nvSpPr>
        <p:spPr>
          <a:xfrm>
            <a:off x="548640" y="4821840"/>
            <a:ext cx="11091960" cy="145764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69" name="Shape 10"/>
          <p:cNvSpPr/>
          <p:nvPr/>
        </p:nvSpPr>
        <p:spPr>
          <a:xfrm>
            <a:off x="804600" y="5442120"/>
            <a:ext cx="290160" cy="2901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0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1" name="Text 11"/>
          <p:cNvSpPr/>
          <p:nvPr/>
        </p:nvSpPr>
        <p:spPr>
          <a:xfrm>
            <a:off x="1325880" y="4858560"/>
            <a:ext cx="10040400" cy="13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Create a SavingsAccount(BankAccount) subclass that overrides withdraw() to enforce a minimum balance, using super() to reuse the original validation first.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2" name="Text 12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3" name="Text 13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45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74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75" name="Image 0" descr="/home/claude/work/icons/FaCode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76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Today's Tasks — Part C: Python-Specific Details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7" name="Text 2"/>
          <p:cNvSpPr/>
          <p:nvPr/>
        </p:nvSpPr>
        <p:spPr>
          <a:xfrm>
            <a:off x="548640" y="1234440"/>
            <a:ext cx="11091960" cy="3175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50" b="0" i="1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Small tasks — do them in order</a:t>
            </a:r>
            <a:endParaRPr lang="en-US" sz="125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8" name="Shape 3"/>
          <p:cNvSpPr/>
          <p:nvPr/>
        </p:nvSpPr>
        <p:spPr>
          <a:xfrm>
            <a:off x="548640" y="1682640"/>
            <a:ext cx="11091960" cy="145764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79" name="Shape 4"/>
          <p:cNvSpPr/>
          <p:nvPr/>
        </p:nvSpPr>
        <p:spPr>
          <a:xfrm>
            <a:off x="804600" y="2302920"/>
            <a:ext cx="290160" cy="2901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0" name="Image 1" descr="/home/claude/work/icons/FaCheckCircle.png"/>
          <p:cNvPicPr/>
          <p:nvPr/>
        </p:nvPicPr>
        <p:blipFill>
          <a:blip r:embed="rId2"/>
          <a:stretch/>
        </p:blipFill>
        <p:spPr>
          <a:xfrm>
            <a:off x="859680" y="235764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1" name="Text 5"/>
          <p:cNvSpPr/>
          <p:nvPr/>
        </p:nvSpPr>
        <p:spPr>
          <a:xfrm>
            <a:off x="1325880" y="1719000"/>
            <a:ext cx="10040400" cy="13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__str__ and __repr__ to your BankAccount class, with __str__ showing a friendly summary and __repr__ showing exact constructor-style detail.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2" name="Shape 6"/>
          <p:cNvSpPr/>
          <p:nvPr/>
        </p:nvSpPr>
        <p:spPr>
          <a:xfrm>
            <a:off x="548640" y="3252240"/>
            <a:ext cx="11091960" cy="145764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3" name="Shape 7"/>
          <p:cNvSpPr/>
          <p:nvPr/>
        </p:nvSpPr>
        <p:spPr>
          <a:xfrm>
            <a:off x="804600" y="3872520"/>
            <a:ext cx="290160" cy="2901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4" name="Image 2" descr="/home/claude/work/icons/FaCheckCircle.png"/>
          <p:cNvPicPr/>
          <p:nvPr/>
        </p:nvPicPr>
        <p:blipFill>
          <a:blip r:embed="rId3"/>
          <a:stretch/>
        </p:blipFill>
        <p:spPr>
          <a:xfrm>
            <a:off x="859680" y="392724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5" name="Text 8"/>
          <p:cNvSpPr/>
          <p:nvPr/>
        </p:nvSpPr>
        <p:spPr>
          <a:xfrm>
            <a:off x="1325880" y="3288960"/>
            <a:ext cx="10040400" cy="13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@classmethod from_dict(cls, data) that builds a BankAccount from a dictionary like {"owner": "Ahmed", "balance": 500}.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6" name="Shape 9"/>
          <p:cNvSpPr/>
          <p:nvPr/>
        </p:nvSpPr>
        <p:spPr>
          <a:xfrm>
            <a:off x="548640" y="4821840"/>
            <a:ext cx="11091960" cy="1457640"/>
          </a:xfrm>
          <a:prstGeom prst="roundRect">
            <a:avLst>
              <a:gd name="adj" fmla="val 5010"/>
            </a:avLst>
          </a:prstGeom>
          <a:solidFill>
            <a:srgbClr val="E9DEC6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87" name="Shape 10"/>
          <p:cNvSpPr/>
          <p:nvPr/>
        </p:nvSpPr>
        <p:spPr>
          <a:xfrm>
            <a:off x="804600" y="5442120"/>
            <a:ext cx="290160" cy="29016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88" name="Image 3" descr="/home/claude/work/icons/FaCheckCircle.png"/>
          <p:cNvPicPr/>
          <p:nvPr/>
        </p:nvPicPr>
        <p:blipFill>
          <a:blip r:embed="rId4"/>
          <a:stretch/>
        </p:blipFill>
        <p:spPr>
          <a:xfrm>
            <a:off x="859680" y="5497200"/>
            <a:ext cx="180360" cy="1803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9" name="Text 11"/>
          <p:cNvSpPr/>
          <p:nvPr/>
        </p:nvSpPr>
        <p:spPr>
          <a:xfrm>
            <a:off x="1325880" y="4858560"/>
            <a:ext cx="10040400" cy="13478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10000"/>
              </a:lnSpc>
              <a:tabLst>
                <a:tab pos="0" algn="l"/>
              </a:tabLst>
            </a:pPr>
            <a:r>
              <a:rPr lang="en-US" sz="1200" b="0" u="none" strike="noStrike">
                <a:solidFill>
                  <a:srgbClr val="13312F"/>
                </a:solidFill>
                <a:effectLst/>
                <a:uFillTx/>
                <a:latin typeface="Calibri"/>
                <a:ea typeface="Calibri"/>
              </a:rPr>
              <a:t>Add a @staticmethod is_valid_owner_name(name) that checks a name is non-empty and alphabetic, with no reference to self or cls.</a:t>
            </a:r>
            <a:endParaRPr lang="en-US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0" name="Text 12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591" name="Text 13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46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2" name="Shape 0"/>
          <p:cNvSpPr/>
          <p:nvPr/>
        </p:nvSpPr>
        <p:spPr>
          <a:xfrm>
            <a:off x="-2286000" y="3657600"/>
            <a:ext cx="6398280" cy="63982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3" name="Shape 1"/>
          <p:cNvSpPr/>
          <p:nvPr/>
        </p:nvSpPr>
        <p:spPr>
          <a:xfrm>
            <a:off x="8229600" y="-2743200"/>
            <a:ext cx="6398280" cy="63982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4" name="Shape 2"/>
          <p:cNvSpPr/>
          <p:nvPr/>
        </p:nvSpPr>
        <p:spPr>
          <a:xfrm>
            <a:off x="5638680" y="868680"/>
            <a:ext cx="911880" cy="911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595" name="Image 0" descr="/home/claude/work/icons/FaPuzzlePiece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6320" cy="436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96" name="Text 3"/>
          <p:cNvSpPr/>
          <p:nvPr/>
        </p:nvSpPr>
        <p:spPr>
          <a:xfrm>
            <a:off x="914400" y="2057400"/>
            <a:ext cx="103604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PART G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7" name="Text 4"/>
          <p:cNvSpPr/>
          <p:nvPr/>
        </p:nvSpPr>
        <p:spPr>
          <a:xfrm>
            <a:off x="1188720" y="2441520"/>
            <a:ext cx="9811800" cy="1003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30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Put It All Together</a:t>
            </a:r>
            <a:endParaRPr lang="en-US" sz="3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8" name="Text 5"/>
          <p:cNvSpPr/>
          <p:nvPr/>
        </p:nvSpPr>
        <p:spPr>
          <a:xfrm>
            <a:off x="1920240" y="3630240"/>
            <a:ext cx="834876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Two projects combining classes, all four pillars, and Python-specific OOP details into one cohesive task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599" name="Text 6"/>
          <p:cNvSpPr/>
          <p:nvPr/>
        </p:nvSpPr>
        <p:spPr>
          <a:xfrm>
            <a:off x="11094480" y="649224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47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0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1" name="Image 0" descr="/home/claude/work/icons/FaWallet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2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Mini Project 1: Bank Account System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3" name="Shape 2"/>
          <p:cNvSpPr/>
          <p:nvPr/>
        </p:nvSpPr>
        <p:spPr>
          <a:xfrm>
            <a:off x="548640" y="1234440"/>
            <a:ext cx="3243600" cy="511812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4" name="Shape 3"/>
          <p:cNvSpPr/>
          <p:nvPr/>
        </p:nvSpPr>
        <p:spPr>
          <a:xfrm>
            <a:off x="1645920" y="1737360"/>
            <a:ext cx="1049040" cy="1049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05" name="Image 1" descr="/home/claude/work/icons/FaWallet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7760" cy="52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06" name="Text 4"/>
          <p:cNvSpPr/>
          <p:nvPr/>
        </p:nvSpPr>
        <p:spPr>
          <a:xfrm>
            <a:off x="731520" y="3017520"/>
            <a:ext cx="2877840" cy="30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Encapsulation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+ inheritance,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7" name="Text 5"/>
          <p:cNvSpPr/>
          <p:nvPr/>
        </p:nvSpPr>
        <p:spPr>
          <a:xfrm>
            <a:off x="4206240" y="1280160"/>
            <a:ext cx="7434360" cy="50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a BankAccount base class with a protected _balance, a validated @property, and deposit()/withdraw() methods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SavingsAccount and CheckingAccount subclasses that each override withdraw() with their own rules (minimum balance, overdraft limit)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Add __str__ for a friendly account summary, and a @classmethod that builds an account from a dictionary of starting data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mirrors how real banking and fintech backends structure account logic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8" name="Text 6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Object-Oriented Programming  ·  Session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09" name="Text 7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48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F1F3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10" name="Shape 0"/>
          <p:cNvSpPr/>
          <p:nvPr/>
        </p:nvSpPr>
        <p:spPr>
          <a:xfrm>
            <a:off x="548640" y="457200"/>
            <a:ext cx="381600" cy="381600"/>
          </a:xfrm>
          <a:prstGeom prst="roundRect">
            <a:avLst>
              <a:gd name="adj" fmla="val 23810"/>
            </a:avLst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1" name="Image 0" descr="/home/claude/work/icons/FaShapes.png"/>
          <p:cNvPicPr/>
          <p:nvPr/>
        </p:nvPicPr>
        <p:blipFill>
          <a:blip r:embed="rId1"/>
          <a:stretch/>
        </p:blipFill>
        <p:spPr>
          <a:xfrm>
            <a:off x="631080" y="539640"/>
            <a:ext cx="217080" cy="2170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2" name="Text 1"/>
          <p:cNvSpPr/>
          <p:nvPr/>
        </p:nvSpPr>
        <p:spPr>
          <a:xfrm>
            <a:off x="1097280" y="420480"/>
            <a:ext cx="10543320" cy="454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20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Mini Project 2: Shape &amp; Employee Hierarchies</a:t>
            </a:r>
            <a:endParaRPr lang="en-US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3" name="Shape 2"/>
          <p:cNvSpPr/>
          <p:nvPr/>
        </p:nvSpPr>
        <p:spPr>
          <a:xfrm>
            <a:off x="548640" y="1234440"/>
            <a:ext cx="3243600" cy="5118120"/>
          </a:xfrm>
          <a:prstGeom prst="roundRect">
            <a:avLst>
              <a:gd name="adj" fmla="val 3380"/>
            </a:avLst>
          </a:prstGeom>
          <a:solidFill>
            <a:srgbClr val="C9D3CC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4" name="Shape 3"/>
          <p:cNvSpPr/>
          <p:nvPr/>
        </p:nvSpPr>
        <p:spPr>
          <a:xfrm>
            <a:off x="1645920" y="1737360"/>
            <a:ext cx="1049040" cy="1049040"/>
          </a:xfrm>
          <a:prstGeom prst="ellipse">
            <a:avLst/>
          </a:prstGeom>
          <a:solidFill>
            <a:srgbClr val="2C6E63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15" name="Image 1" descr="/home/claude/work/icons/FaShapes.png"/>
          <p:cNvPicPr/>
          <p:nvPr/>
        </p:nvPicPr>
        <p:blipFill>
          <a:blip r:embed="rId2"/>
          <a:stretch/>
        </p:blipFill>
        <p:spPr>
          <a:xfrm>
            <a:off x="1906560" y="2002680"/>
            <a:ext cx="527760" cy="5277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16" name="Text 4"/>
          <p:cNvSpPr/>
          <p:nvPr/>
        </p:nvSpPr>
        <p:spPr>
          <a:xfrm>
            <a:off x="731520" y="3017520"/>
            <a:ext cx="2877840" cy="30607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Abstraction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+ polymorphism,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algn="ctr" defTabSz="914400">
              <a:lnSpc>
                <a:spcPct val="105000"/>
              </a:lnSpc>
              <a:tabLst>
                <a:tab pos="0" algn="l"/>
              </a:tabLst>
            </a:pPr>
            <a:r>
              <a:rPr lang="en-US" sz="1600" b="1" u="none" strike="noStrike">
                <a:solidFill>
                  <a:srgbClr val="13312F"/>
                </a:solidFill>
                <a:effectLst/>
                <a:uFillTx/>
                <a:latin typeface="Cambria"/>
                <a:ea typeface="Cambria"/>
              </a:rPr>
              <a:t>combined</a:t>
            </a:r>
            <a:endParaRPr lang="en-US" sz="16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7" name="Text 5"/>
          <p:cNvSpPr/>
          <p:nvPr/>
        </p:nvSpPr>
        <p:spPr>
          <a:xfrm>
            <a:off x="4206240" y="1280160"/>
            <a:ext cx="7434360" cy="502668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Build an abstract Shape class (area(), perimeter()) with Circle, Rectangle, and Triangle subclasses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Write a report() function that loops over a mixed list of shapes and prints each one’s area — using polymorphism, with no type-checking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Separately, build an Employee base class and a Manager subclass that overrides a bonus() calculation using super()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defTabSz="914400">
              <a:lnSpc>
                <a:spcPct val="115000"/>
              </a:lnSpc>
              <a:spcAft>
                <a:spcPts val="1199"/>
              </a:spcAft>
              <a:buClr>
                <a:srgbClr val="3F4A45"/>
              </a:buClr>
              <a:buFont typeface="OpenSymbol"/>
              <a:buChar char="▪"/>
            </a:pPr>
            <a:r>
              <a:rPr lang="en-US" sz="1400" b="0" u="none" strike="noStrike">
                <a:solidFill>
                  <a:srgbClr val="3F4A45"/>
                </a:solidFill>
                <a:effectLst/>
                <a:uFillTx/>
                <a:latin typeface="Calibri"/>
                <a:ea typeface="Calibri"/>
              </a:rPr>
              <a:t>This mirrors how real HR systems and geometry/CAD tools are actually structured</a:t>
            </a:r>
            <a:endParaRPr lang="en-US" sz="1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8" name="Text 6"/>
          <p:cNvSpPr/>
          <p:nvPr/>
        </p:nvSpPr>
        <p:spPr>
          <a:xfrm>
            <a:off x="548640" y="6510600"/>
            <a:ext cx="548388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Object</a:t>
            </a: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-</a:t>
            </a: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Orient</a:t>
            </a: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ed </a:t>
            </a: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Progra</a:t>
            </a: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mming </a:t>
            </a: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 ·  </a:t>
            </a: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Sessio</a:t>
            </a: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n 10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619" name="Text 7"/>
          <p:cNvSpPr/>
          <p:nvPr/>
        </p:nvSpPr>
        <p:spPr>
          <a:xfrm>
            <a:off x="11094480" y="651060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7C8A80"/>
                </a:solidFill>
                <a:effectLst/>
                <a:uFillTx/>
                <a:latin typeface="Calibri"/>
                <a:ea typeface="Calibri"/>
              </a:rPr>
              <a:t>49</a:t>
            </a:r>
            <a:endParaRPr lang="en-US" sz="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 xmlns:p14="http://schemas.microsoft.com/office/powerpoint/2010/main" xmlns:p15="http://schemas.microsoft.com/office/powerpoint/2012/main" xmlns:mc="http://schemas.openxmlformats.org/markup-compatibility/2006">
  <p:cSld>
    <p:bg>
      <p:bgPr>
        <a:solidFill>
          <a:srgbClr val="13312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0" name="Shape 0"/>
          <p:cNvSpPr/>
          <p:nvPr/>
        </p:nvSpPr>
        <p:spPr>
          <a:xfrm>
            <a:off x="-2286000" y="3657600"/>
            <a:ext cx="6398280" cy="63982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1" name="Shape 1"/>
          <p:cNvSpPr/>
          <p:nvPr/>
        </p:nvSpPr>
        <p:spPr>
          <a:xfrm>
            <a:off x="8229600" y="-2743200"/>
            <a:ext cx="6398280" cy="6398280"/>
          </a:xfrm>
          <a:prstGeom prst="ellipse">
            <a:avLst/>
          </a:prstGeom>
          <a:solidFill>
            <a:srgbClr val="184038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2" name="Shape 2"/>
          <p:cNvSpPr/>
          <p:nvPr/>
        </p:nvSpPr>
        <p:spPr>
          <a:xfrm>
            <a:off x="5638680" y="868680"/>
            <a:ext cx="911880" cy="911880"/>
          </a:xfrm>
          <a:prstGeom prst="ellipse">
            <a:avLst/>
          </a:prstGeom>
          <a:solidFill>
            <a:srgbClr val="C98A2B"/>
          </a:solidFill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90000" tIns="45000" rIns="90000" bIns="45000" anchor="t">
            <a:noAutofit/>
          </a:bodyPr>
          <a:p>
            <a:endParaRPr lang="en-US" sz="1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pic>
        <p:nvPicPr>
          <p:cNvPr id="623" name="Image 0" descr="/home/claude/work/icons/FaFlagCheckered.png"/>
          <p:cNvPicPr/>
          <p:nvPr/>
        </p:nvPicPr>
        <p:blipFill>
          <a:blip r:embed="rId1"/>
          <a:stretch/>
        </p:blipFill>
        <p:spPr>
          <a:xfrm>
            <a:off x="5876280" y="1097280"/>
            <a:ext cx="436320" cy="4363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4" name="Text 3"/>
          <p:cNvSpPr/>
          <p:nvPr/>
        </p:nvSpPr>
        <p:spPr>
          <a:xfrm>
            <a:off x="914400" y="2057400"/>
            <a:ext cx="10360440" cy="29016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200" b="0" u="none" spc="300" strike="noStrike">
                <a:solidFill>
                  <a:srgbClr val="E7C588"/>
                </a:solidFill>
                <a:effectLst/>
                <a:uFillTx/>
                <a:latin typeface="Calibri"/>
                <a:ea typeface="Calibri"/>
              </a:rPr>
              <a:t>RECAP</a:t>
            </a:r>
            <a:endParaRPr lang="en-US" sz="12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5" name="Text 4"/>
          <p:cNvSpPr/>
          <p:nvPr/>
        </p:nvSpPr>
        <p:spPr>
          <a:xfrm>
            <a:off x="822960" y="2441520"/>
            <a:ext cx="10543320" cy="214632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15000"/>
              </a:lnSpc>
              <a:tabLst>
                <a:tab pos="0" algn="l"/>
              </a:tabLst>
            </a:pPr>
            <a:r>
              <a:rPr lang="en-US" sz="1700" b="1" u="none" strike="noStrike">
                <a:solidFill>
                  <a:srgbClr val="FFFFFF"/>
                </a:solidFill>
                <a:effectLst/>
                <a:uFillTx/>
                <a:latin typeface="Cambria"/>
                <a:ea typeface="Cambria"/>
              </a:rPr>
              <a:t>Classes bundle data with behavior. The four pillars — encapsulation, abstraction, inheritance, and polymorphism — are how that bundling stays clean as programs grow.</a:t>
            </a:r>
            <a:endParaRPr lang="en-US" sz="17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6" name="Text 5"/>
          <p:cNvSpPr/>
          <p:nvPr/>
        </p:nvSpPr>
        <p:spPr>
          <a:xfrm>
            <a:off x="1920240" y="4773240"/>
            <a:ext cx="8348760" cy="82044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t">
            <a:noAutofit/>
          </a:bodyPr>
          <a:p>
            <a:pPr algn="ct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13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Next session: File I/O &amp; Error Handling — reading and writing files, try/except</a:t>
            </a:r>
            <a:endParaRPr lang="en-US" sz="13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627" name="Text 6"/>
          <p:cNvSpPr/>
          <p:nvPr/>
        </p:nvSpPr>
        <p:spPr>
          <a:xfrm>
            <a:off x="11094480" y="6492240"/>
            <a:ext cx="546120" cy="271800"/>
          </a:xfrm>
          <a:prstGeom prst="rect">
            <a:avLst/>
          </a:prstGeom>
          <a:noFill/>
          <a:ln w="0">
            <a:noFill/>
          </a:ln>
        </p:spPr>
        <p:style>
          <a:lnRef idx="0"/>
          <a:fillRef idx="0"/>
          <a:effectRef idx="0"/>
          <a:fontRef idx="minor"/>
        </p:style>
        <p:txBody>
          <a:bodyPr lIns="0" tIns="0" rIns="0" bIns="0" anchor="ctr">
            <a:noAutofit/>
          </a:bodyPr>
          <a:p>
            <a:pPr algn="r" defTabSz="914400">
              <a:lnSpc>
                <a:spcPct val="100000"/>
              </a:lnSpc>
              <a:tabLst>
                <a:tab pos="0" algn="l"/>
              </a:tabLst>
            </a:pPr>
            <a:r>
              <a:rPr lang="en-US" sz="800" b="0" u="none" strike="noStrike">
                <a:solidFill>
                  <a:srgbClr val="A9B0A7"/>
                </a:solidFill>
                <a:effectLst/>
                <a:uFillTx/>
                <a:latin typeface="Calibri"/>
                <a:ea typeface="Calibri"/>
              </a:rPr>
              <a:t>50</a:t>
            </a:r>
            <a:endParaRPr lang="en-US" sz="8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</p:spTree>
  </p:cSld>
  <mc:AlternateContent>
    <mc:Choice Requires="p14">
      <p:transition spd="med" p14:dur="700">
        <p:fade/>
      </p:transition>
    </mc:Choice>
    <mc:Fallback>
      <p:transition spd="med">
        <p:fade/>
      </p:transition>
    </mc:Fallback>
  </mc:AlternateContent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 pitchFamily="0" charset="1"/>
        <a:ea typeface=""/>
        <a:cs typeface=""/>
      </a:majorFont>
      <a:minorFont>
        <a:latin typeface="Calibri" panose="020F0502020204030204" pitchFamily="0" charset="1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 l="0" t="0" r="0" b="0"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 l="0" t="0" r="0" b="0"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 l="0" t="0" r="0" b="0"/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 pitchFamily="0" charset="1"/>
        <a:ea typeface="DejaVu Sans" pitchFamily="0" charset="1"/>
        <a:cs typeface="DejaVu Sans" pitchFamily="0" charset="1"/>
      </a:majorFont>
      <a:minorFont>
        <a:latin typeface="Arial" pitchFamily="0" charset="1"/>
        <a:ea typeface="DejaVu Sans" pitchFamily="0" charset="1"/>
        <a:cs typeface="DejaVu Sans" pitchFamily="0" charset="1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341</TotalTime>
  <Application>LibreOffice/26.2.6.1$Linux_X86_64 LibreOffice_project/620$Build-1</Application>
  <AppVersion>15.0000</AppVersion>
  <Words>5435</Words>
  <Paragraphs>654</Paragraphs>
  <Company>PptxGenJS</Company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2026-08-14T06:03:23Z</dcterms:created>
  <dc:creator>PptxGenJS</dc:creator>
  <dc:description/>
  <dc:language>en-US</dc:language>
  <cp:lastModifiedBy/>
  <dcterms:modified xsi:type="dcterms:W3CDTF">2026-09-12T22:59:41Z</dcterms:modified>
  <cp:revision>42</cp:revision>
  <dc:subject>PptxGenJS Presentation</dc:subject>
  <dc:title>PptxGenJS Presentation</dc:title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Notes">
    <vt:i4>50</vt:i4>
  </property>
  <property fmtid="{D5CDD505-2E9C-101B-9397-08002B2CF9AE}" pid="3" name="PresentationFormat">
    <vt:lpwstr>Widescreen</vt:lpwstr>
  </property>
  <property fmtid="{D5CDD505-2E9C-101B-9397-08002B2CF9AE}" pid="4" name="Slides">
    <vt:i4>50</vt:i4>
  </property>
</Properties>
</file>