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58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B8C9599-30D0-4B76-BF4B-025CA2CD5E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DD80C64-06C9-448B-A9DB-79307A65AC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F45DDFA-CAB2-492D-A74E-FBC96B373E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D4A0C1E-B711-4DA3-BEE2-045ACCCA57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41427F-6AD2-43B0-922A-FF9D6039BE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7D460D-B3F9-4CB5-8F7D-F907373C7A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F849783-7064-4093-8481-E2B5A9EB21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D826AD-E818-4219-9728-4A8A2A59EF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522C23-F0AD-4EB6-ADD8-4394DA7FEA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F229F2-7C95-48F0-85D2-A925C28D05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1DB1E17-7FF9-437D-A3DC-54B26B0709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B727FBB-7795-45D8-9755-430F8C8D9F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C8B2DA-EB28-4640-96F7-6B4D281FC7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A5ED7BC-2D49-4520-B300-3340E82741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150EAF-0D54-49F2-BF91-6A1F2B3628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DA0C0B-8DC2-4D38-B048-E5E0E143DE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C011B59-FC4C-49EE-88A4-8749EC7042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3780D81-36FF-4ABC-9045-85FEA250B1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6C2379E-31D9-43F0-91EC-987D435FB8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D0644CC-17DE-4880-BE1B-1C3B309131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0C119B-E64B-4F6D-A15C-C9C816F9A4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79287BD-FB34-45EE-B22E-0F2AEE9300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AB06C69-BC6B-4548-AF87-DB0DDECC7B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A304F53-204D-4489-8DA7-CF74BB9770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CCE9A2C-4E88-493A-8448-1285DFCD99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5D5269-7BAC-46CA-92D5-7A7A1FF95F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7FE3A0-651A-469C-8B83-3FDB7F9E36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274FEE-2823-456B-AB4F-6D06D4CCD5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EAC05C3-80FF-40C6-A704-F080F4094C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C1D55E2-39D3-485B-8553-042BE4E9B5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F9DE606-9E2B-4A7F-AE2D-4D2EA8B243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27D4931-E010-47EA-9208-134130006E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D0E4394-EB90-4831-9168-FC54ED1DFA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E65D6C-57F9-49F3-A238-A8C574FF06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747DD7-F2FE-4685-A82E-5B8F0F9ACF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565CB4A-5AF9-4D1E-8FD8-CE58BC80DD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5694B97-4483-493D-A78D-34DCD16606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802A4C-109F-4A37-94C1-CEEFEB0C0F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6BA2E97-3D77-4DCE-B52A-4A1BF1E933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4EE1CCC-3A90-464A-BC12-D9ED78C6AB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90936A0-D53A-418D-A778-62FF3577C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38E8BF-E7D4-4FAA-8E6C-29D739BB4F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B30B04-03AB-4EA2-B540-D17BF024D8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8F229EC-FF09-4295-A558-0120DE9575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0F7E998-6134-4FE9-B59A-905B58CE36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3CE36C1-8E56-4D2E-9352-8D74F83A48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4AA5A65-5B84-40E2-9A42-38DDD5E9D6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EFCCD18-90C2-4204-9B3A-BDD38CFBF2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45E2252-2ED2-4BC7-AF4E-5978E828E1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6E253-A229-4D20-9C24-E11A52773F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178D29-4EF9-409B-9857-26165399BE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A88C60B-98D8-4D65-9FAE-2E9717B315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BDEE2BB-C413-4E31-821B-97E818E5F9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4267D6-05B1-452E-9357-1A144C30DF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BCF1E09-8ECB-4B79-838F-1A2492EFC4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F95360B-1CE3-40B7-9C34-97898BAC6E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4E40E71-692C-43C6-AA8D-0BB1C303B5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8619AE8-656D-413B-B4E8-E09B40988C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6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1DA1455-E59C-4D1A-973F-F8B49DBB35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0520" cy="8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2"/>
          <a:stretch/>
        </p:blipFill>
        <p:spPr>
          <a:xfrm>
            <a:off x="654120" y="1670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3"/>
          <a:stretch/>
        </p:blipFill>
        <p:spPr>
          <a:xfrm>
            <a:off x="654120" y="2212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4"/>
          <a:stretch/>
        </p:blipFill>
        <p:spPr>
          <a:xfrm>
            <a:off x="654120" y="275364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5"/>
          <a:stretch/>
        </p:blipFill>
        <p:spPr>
          <a:xfrm>
            <a:off x="654120" y="32950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6"/>
          <a:stretch/>
        </p:blipFill>
        <p:spPr>
          <a:xfrm>
            <a:off x="654120" y="38368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7"/>
          <a:stretch/>
        </p:blipFill>
        <p:spPr>
          <a:xfrm>
            <a:off x="654120" y="437832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8"/>
          <a:stretch/>
        </p:blipFill>
        <p:spPr>
          <a:xfrm>
            <a:off x="654120" y="4919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9"/>
          <a:stretch/>
        </p:blipFill>
        <p:spPr>
          <a:xfrm>
            <a:off x="654120" y="5461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54120" y="60030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2"/>
          <a:stretch/>
        </p:blipFill>
        <p:spPr>
          <a:xfrm>
            <a:off x="15886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4"/>
          <a:stretch/>
        </p:blipFill>
        <p:spPr>
          <a:xfrm>
            <a:off x="734040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5"/>
          <a:stretch/>
        </p:blipFill>
        <p:spPr>
          <a:xfrm>
            <a:off x="102160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901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KeyError if the key doesn't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print(contact.get("email"))           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print(contact.get("email", "N/A"))       # "N/A"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7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901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list.pop()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popitem() removes and returns the last inserted key-value pair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contact.pop("age")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print(contact.keys())     # dict_keys(['name', 'age', 'city'])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print(contact.values())   # dict_values(['Ahmed', 25, 'Karachi'])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print(contact.items())    # dict_items([('name', 'Ahmed'), ...])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contact.items():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contact.keys():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val in contact.values():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print(val)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.setdefault() — Avoiding KeyError Gracefully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setdefault(key, default) returns the value if the key exists — and creates it with that default if it doesn't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tags.add("beginner")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tags.remove("data")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tags.discard("not_here")   # no error, even though it's missing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tags.remove("not_here")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from both sets, with duplicates automatically 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):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1216080" y="102852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PK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Give me everything that is NOT shared between A and 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3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"/>
          <p:cNvSpPr/>
          <p:nvPr/>
        </p:nvSpPr>
        <p:spPr>
          <a:xfrm>
            <a:off x="45720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294444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5" name="Image 1" descr="icons/boxes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Text 4"/>
          <p:cNvSpPr/>
          <p:nvPr/>
        </p:nvSpPr>
        <p:spPr>
          <a:xfrm>
            <a:off x="54864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0336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"/>
          <p:cNvSpPr/>
          <p:nvPr/>
        </p:nvSpPr>
        <p:spPr>
          <a:xfrm>
            <a:off x="620892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7"/>
          <p:cNvSpPr/>
          <p:nvPr/>
        </p:nvSpPr>
        <p:spPr>
          <a:xfrm>
            <a:off x="86958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0" name="Image 2" descr="icons/tags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 8"/>
          <p:cNvSpPr/>
          <p:nvPr/>
        </p:nvSpPr>
        <p:spPr>
          <a:xfrm>
            <a:off x="630036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9"/>
          <p:cNvSpPr/>
          <p:nvPr/>
        </p:nvSpPr>
        <p:spPr>
          <a:xfrm>
            <a:off x="635508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PK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Where Are Sets Actually Used?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3"/>
          <p:cNvSpPr/>
          <p:nvPr/>
        </p:nvSpPr>
        <p:spPr>
          <a:xfrm>
            <a:off x="1000800" y="1465560"/>
            <a:ext cx="9603360" cy="44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🧹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Cleaning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removing duplicate records, IDs, categories, or values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⚡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Fast Searching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quickly checking whether an item exists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🗺️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Maps &amp; Navigation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locations during route-finding and graph search algorithms such as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Dijkstra's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🤖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Search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states/nodes in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BFS, DFS, 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other graph-based algorithms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📝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NLP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finding unique words, tokens, keywords, or vocabulary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🎯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 Systems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users' interests, skills, products, or preferences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🔐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Security &amp; Access Control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managing unique permissions, blocked users, or allowed resources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📊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Science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datasets, finding common/missing categories, and identifying unique values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3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1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1" descr="icons/co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 is a block of code that can be written once and used anytime anywhere when u need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2" name="Image 0" descr="icons/blend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1" descr="icons/blende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3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1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Image 1" descr="icons/cog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2" descr="icons/ke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7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6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5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print(calculate_price(100))          # 90.0 (uses default 10%)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print(calculate_price(100, 0.25))    # 75.0 (overridden)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3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print(describe_student(city="Karachi", name="Ahmed", age=25))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1" name="Image 0" descr="icons/glob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0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PK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Rule to remember</a:t>
            </a: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PK" sz="18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Never use a mutable object (list, dict, set, etc.) as a default function argument.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add_item(item, cart=[]):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print(add_item("apple"))    # ['apple']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print(add_item("banana"))   # ['apple', 'banana']  &lt;- unexpected!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add_item_safe(item, cart=None):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9" name="Image 0" descr="icons/quot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print(calculate_price.__doc__)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help(calculate_price)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8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email.endswith(".com")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register_user(name, 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f"Registered {name}"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print(register_user("Ahmed", "ahmed@mail.com"))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6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54864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4864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4"/>
          <p:cNvSpPr/>
          <p:nvPr/>
        </p:nvSpPr>
        <p:spPr>
          <a:xfrm>
            <a:off x="86868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5"/>
          <p:cNvSpPr/>
          <p:nvPr/>
        </p:nvSpPr>
        <p:spPr>
          <a:xfrm>
            <a:off x="621792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6"/>
          <p:cNvSpPr/>
          <p:nvPr/>
        </p:nvSpPr>
        <p:spPr>
          <a:xfrm>
            <a:off x="621792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7"/>
          <p:cNvSpPr/>
          <p:nvPr/>
        </p:nvSpPr>
        <p:spPr>
          <a:xfrm>
            <a:off x="653796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8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 means </a:t>
            </a:r>
            <a:r>
              <a:rPr lang="en-PK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"Use this function to decide what determines the sorting order.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get_score(pair):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sorted(scores.items(), key=get_score, reverse=True)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7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8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1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3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8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3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5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1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6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8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1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2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3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7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8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9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0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9"/>
          <p:cNvSpPr/>
          <p:nvPr/>
        </p:nvSpPr>
        <p:spPr>
          <a:xfrm>
            <a:off x="822960" y="348984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4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55032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Shape 10"/>
          <p:cNvSpPr/>
          <p:nvPr/>
        </p:nvSpPr>
        <p:spPr>
          <a:xfrm>
            <a:off x="1371600" y="350820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71600" y="350820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2"/>
          <p:cNvSpPr/>
          <p:nvPr/>
        </p:nvSpPr>
        <p:spPr>
          <a:xfrm>
            <a:off x="1920240" y="348984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3"/>
          <p:cNvSpPr/>
          <p:nvPr/>
        </p:nvSpPr>
        <p:spPr>
          <a:xfrm>
            <a:off x="822960" y="4556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Shape 14"/>
          <p:cNvSpPr/>
          <p:nvPr/>
        </p:nvSpPr>
        <p:spPr>
          <a:xfrm>
            <a:off x="1371600" y="457488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 15"/>
          <p:cNvSpPr/>
          <p:nvPr/>
        </p:nvSpPr>
        <p:spPr>
          <a:xfrm>
            <a:off x="1371600" y="4574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6"/>
          <p:cNvSpPr/>
          <p:nvPr/>
        </p:nvSpPr>
        <p:spPr>
          <a:xfrm>
            <a:off x="1920240" y="455688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7"/>
          <p:cNvSpPr/>
          <p:nvPr/>
        </p:nvSpPr>
        <p:spPr>
          <a:xfrm>
            <a:off x="822960" y="5760720"/>
            <a:ext cx="10514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6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7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1" name="Image 1" descr="icons/char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9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</TotalTime>
  <Application>LibreOffice/26.2.4.2$Linux_X86_64 LibreOffice_project/620$Build-2</Application>
  <AppVersion>15.0000</AppVersion>
  <Words>5709</Words>
  <Paragraphs>740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2026-08-08T08:23:51Z</dcterms:created>
  <dc:creator>Course Instructor</dc:creator>
  <dc:description/>
  <dc:language>en-US</dc:language>
  <cp:lastModifiedBy/>
  <dcterms:modified xsi:type="dcterms:W3CDTF">2026-08-19T22:21:28Z</dcterms:modified>
  <cp:revision>38</cp:revision>
  <dc:subject>PptxGenJS Presentation</dc:subject>
  <dc:title>Dictionaries, Sets &amp; Functions — Session 8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58</vt:i4>
  </property>
  <property fmtid="{D5CDD505-2E9C-101B-9397-08002B2CF9AE}" pid="3" name="PresentationFormat">
    <vt:lpwstr>Widescreen</vt:lpwstr>
  </property>
  <property fmtid="{D5CDD505-2E9C-101B-9397-08002B2CF9AE}" pid="4" name="Slides">
    <vt:i4>58</vt:i4>
  </property>
</Properties>
</file>