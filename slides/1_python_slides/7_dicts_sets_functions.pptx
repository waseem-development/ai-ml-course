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313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C1C8C0-DB86-450E-BF46-F11E5D81E819}" v="17" dt="2026-08-18T16:52:50.7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undo custSel addSld modSld sldOrd">
      <pc:chgData name="Hafiz Waseem Ahmed" userId="8a6b23c944322495" providerId="LiveId" clId="{E7CEC0E6-1526-4834-A6B2-B1E975D7A869}" dt="2026-08-18T16:54:12.501" v="137"/>
      <pc:docMkLst>
        <pc:docMk/>
      </pc:docMkLst>
      <pc:sldChg chg="addSp modSp mod">
        <pc:chgData name="Hafiz Waseem Ahmed" userId="8a6b23c944322495" providerId="LiveId" clId="{E7CEC0E6-1526-4834-A6B2-B1E975D7A869}" dt="2026-08-18T16:51:54.453" v="67" actId="403"/>
        <pc:sldMkLst>
          <pc:docMk/>
          <pc:sldMk cId="0" sldId="283"/>
        </pc:sldMkLst>
        <pc:spChg chg="add mod">
          <ac:chgData name="Hafiz Waseem Ahmed" userId="8a6b23c944322495" providerId="LiveId" clId="{E7CEC0E6-1526-4834-A6B2-B1E975D7A869}" dt="2026-08-18T16:51:54.453" v="67" actId="403"/>
          <ac:spMkLst>
            <pc:docMk/>
            <pc:sldMk cId="0" sldId="283"/>
            <ac:spMk id="2" creationId="{A5801917-FC3E-A535-500E-A903AD3CEE84}"/>
          </ac:spMkLst>
        </pc:spChg>
        <pc:spChg chg="mod">
          <ac:chgData name="Hafiz Waseem Ahmed" userId="8a6b23c944322495" providerId="LiveId" clId="{E7CEC0E6-1526-4834-A6B2-B1E975D7A869}" dt="2026-08-18T16:29:11.927" v="23"/>
          <ac:spMkLst>
            <pc:docMk/>
            <pc:sldMk cId="0" sldId="283"/>
            <ac:spMk id="360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18T16:52:45.499" v="77" actId="20577"/>
        <pc:sldMkLst>
          <pc:docMk/>
          <pc:sldMk cId="0" sldId="299"/>
        </pc:sldMkLst>
        <pc:spChg chg="mod">
          <ac:chgData name="Hafiz Waseem Ahmed" userId="8a6b23c944322495" providerId="LiveId" clId="{E7CEC0E6-1526-4834-A6B2-B1E975D7A869}" dt="2026-08-18T16:52:45.499" v="77" actId="20577"/>
          <ac:spMkLst>
            <pc:docMk/>
            <pc:sldMk cId="0" sldId="299"/>
            <ac:spMk id="535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18T16:44:54.396" v="43"/>
        <pc:sldMkLst>
          <pc:docMk/>
          <pc:sldMk cId="0" sldId="300"/>
        </pc:sldMkLst>
        <pc:spChg chg="mod">
          <ac:chgData name="Hafiz Waseem Ahmed" userId="8a6b23c944322495" providerId="LiveId" clId="{E7CEC0E6-1526-4834-A6B2-B1E975D7A869}" dt="2026-08-18T16:44:54.396" v="43"/>
          <ac:spMkLst>
            <pc:docMk/>
            <pc:sldMk cId="0" sldId="300"/>
            <ac:spMk id="546" creationId="{00000000-0000-0000-0000-000000000000}"/>
          </ac:spMkLst>
        </pc:spChg>
      </pc:sldChg>
      <pc:sldChg chg="ord">
        <pc:chgData name="Hafiz Waseem Ahmed" userId="8a6b23c944322495" providerId="LiveId" clId="{E7CEC0E6-1526-4834-A6B2-B1E975D7A869}" dt="2026-08-18T16:54:12.501" v="137"/>
        <pc:sldMkLst>
          <pc:docMk/>
          <pc:sldMk cId="0" sldId="302"/>
        </pc:sldMkLst>
      </pc:sldChg>
      <pc:sldChg chg="modSp mod">
        <pc:chgData name="Hafiz Waseem Ahmed" userId="8a6b23c944322495" providerId="LiveId" clId="{E7CEC0E6-1526-4834-A6B2-B1E975D7A869}" dt="2026-08-18T16:51:02.931" v="60" actId="20577"/>
        <pc:sldMkLst>
          <pc:docMk/>
          <pc:sldMk cId="0" sldId="303"/>
        </pc:sldMkLst>
        <pc:spChg chg="mod">
          <ac:chgData name="Hafiz Waseem Ahmed" userId="8a6b23c944322495" providerId="LiveId" clId="{E7CEC0E6-1526-4834-A6B2-B1E975D7A869}" dt="2026-08-18T16:51:02.931" v="60" actId="20577"/>
          <ac:spMkLst>
            <pc:docMk/>
            <pc:sldMk cId="0" sldId="303"/>
            <ac:spMk id="573" creationId="{00000000-0000-0000-0000-000000000000}"/>
          </ac:spMkLst>
        </pc:spChg>
      </pc:sldChg>
      <pc:sldChg chg="addSp delSp modSp add mod">
        <pc:chgData name="Hafiz Waseem Ahmed" userId="8a6b23c944322495" providerId="LiveId" clId="{E7CEC0E6-1526-4834-A6B2-B1E975D7A869}" dt="2026-08-18T16:27:25.712" v="20" actId="1076"/>
        <pc:sldMkLst>
          <pc:docMk/>
          <pc:sldMk cId="1445768073" sldId="313"/>
        </pc:sldMkLst>
        <pc:spChg chg="add del mod">
          <ac:chgData name="Hafiz Waseem Ahmed" userId="8a6b23c944322495" providerId="LiveId" clId="{E7CEC0E6-1526-4834-A6B2-B1E975D7A869}" dt="2026-08-18T16:27:04.583" v="11"/>
          <ac:spMkLst>
            <pc:docMk/>
            <pc:sldMk cId="1445768073" sldId="313"/>
            <ac:spMk id="2" creationId="{9577F94C-7D59-B016-F609-486AC68C398C}"/>
          </ac:spMkLst>
        </pc:spChg>
        <pc:spChg chg="add del mod">
          <ac:chgData name="Hafiz Waseem Ahmed" userId="8a6b23c944322495" providerId="LiveId" clId="{E7CEC0E6-1526-4834-A6B2-B1E975D7A869}" dt="2026-08-18T16:27:11.848" v="14"/>
          <ac:spMkLst>
            <pc:docMk/>
            <pc:sldMk cId="1445768073" sldId="313"/>
            <ac:spMk id="3" creationId="{CD82BE92-D364-43DB-ED61-18A920DB0AEB}"/>
          </ac:spMkLst>
        </pc:spChg>
        <pc:spChg chg="add mod">
          <ac:chgData name="Hafiz Waseem Ahmed" userId="8a6b23c944322495" providerId="LiveId" clId="{E7CEC0E6-1526-4834-A6B2-B1E975D7A869}" dt="2026-08-18T16:27:25.712" v="20" actId="1076"/>
          <ac:spMkLst>
            <pc:docMk/>
            <pc:sldMk cId="1445768073" sldId="313"/>
            <ac:spMk id="4" creationId="{A1B50860-DD6D-70D8-88D8-43EB9FC73273}"/>
          </ac:spMkLst>
        </pc:spChg>
        <pc:spChg chg="mod">
          <ac:chgData name="Hafiz Waseem Ahmed" userId="8a6b23c944322495" providerId="LiveId" clId="{E7CEC0E6-1526-4834-A6B2-B1E975D7A869}" dt="2026-08-18T16:26:18.559" v="2"/>
          <ac:spMkLst>
            <pc:docMk/>
            <pc:sldMk cId="1445768073" sldId="313"/>
            <ac:spMk id="381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26.366" v="3" actId="478"/>
          <ac:spMkLst>
            <pc:docMk/>
            <pc:sldMk cId="1445768073" sldId="313"/>
            <ac:spMk id="382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26.366" v="3" actId="478"/>
          <ac:spMkLst>
            <pc:docMk/>
            <pc:sldMk cId="1445768073" sldId="313"/>
            <ac:spMk id="383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26.366" v="3" actId="478"/>
          <ac:spMkLst>
            <pc:docMk/>
            <pc:sldMk cId="1445768073" sldId="313"/>
            <ac:spMk id="385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26.366" v="3" actId="478"/>
          <ac:spMkLst>
            <pc:docMk/>
            <pc:sldMk cId="1445768073" sldId="313"/>
            <ac:spMk id="386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31.701" v="5" actId="478"/>
          <ac:spMkLst>
            <pc:docMk/>
            <pc:sldMk cId="1445768073" sldId="313"/>
            <ac:spMk id="387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33.706" v="6" actId="478"/>
          <ac:spMkLst>
            <pc:docMk/>
            <pc:sldMk cId="1445768073" sldId="313"/>
            <ac:spMk id="388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31.701" v="5" actId="478"/>
          <ac:spMkLst>
            <pc:docMk/>
            <pc:sldMk cId="1445768073" sldId="313"/>
            <ac:spMk id="390" creationId="{00000000-0000-0000-0000-000000000000}"/>
          </ac:spMkLst>
        </pc:spChg>
        <pc:spChg chg="del">
          <ac:chgData name="Hafiz Waseem Ahmed" userId="8a6b23c944322495" providerId="LiveId" clId="{E7CEC0E6-1526-4834-A6B2-B1E975D7A869}" dt="2026-08-18T16:26:31.701" v="5" actId="478"/>
          <ac:spMkLst>
            <pc:docMk/>
            <pc:sldMk cId="1445768073" sldId="313"/>
            <ac:spMk id="391" creationId="{00000000-0000-0000-0000-000000000000}"/>
          </ac:spMkLst>
        </pc:spChg>
        <pc:picChg chg="del">
          <ac:chgData name="Hafiz Waseem Ahmed" userId="8a6b23c944322495" providerId="LiveId" clId="{E7CEC0E6-1526-4834-A6B2-B1E975D7A869}" dt="2026-08-18T16:26:28.618" v="4" actId="478"/>
          <ac:picMkLst>
            <pc:docMk/>
            <pc:sldMk cId="1445768073" sldId="313"/>
            <ac:picMk id="384" creationId="{00000000-0000-0000-0000-000000000000}"/>
          </ac:picMkLst>
        </pc:picChg>
        <pc:picChg chg="del">
          <ac:chgData name="Hafiz Waseem Ahmed" userId="8a6b23c944322495" providerId="LiveId" clId="{E7CEC0E6-1526-4834-A6B2-B1E975D7A869}" dt="2026-08-18T16:26:31.701" v="5" actId="478"/>
          <ac:picMkLst>
            <pc:docMk/>
            <pc:sldMk cId="1445768073" sldId="313"/>
            <ac:picMk id="389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81A8D83-EA62-47B3-B346-BC081FB83A0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</a:p>
        </p:txBody>
      </p:sp>
      <p:sp>
        <p:nvSpPr>
          <p:cNvPr id="7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84A785-7D4D-4F8C-BEE0-611617853F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ABC4F4A-601A-49B4-8C71-EA27114582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63E4AA9-B5F6-4F8D-ABC3-9729492B0F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99DC22D-9913-4516-8ED5-B6D34F7B8F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</a:p>
        </p:txBody>
      </p:sp>
      <p:sp>
        <p:nvSpPr>
          <p:cNvPr id="7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C50646-C55B-4E34-93E5-9E14D7FF67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B9B03C6-4EAD-4AAB-A61E-1062EE41EA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FDD5C4-A62A-4203-98FF-5DAF7AA8B2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</a:p>
        </p:txBody>
      </p:sp>
      <p:sp>
        <p:nvSpPr>
          <p:cNvPr id="7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B3F2118-C4CD-465F-BC2C-43141D7DC7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6568EE4-ACEE-465B-B09A-57358BA13A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5F54F5-58FA-441E-95AB-F0E50C3ED7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</a:p>
        </p:txBody>
      </p:sp>
      <p:sp>
        <p:nvSpPr>
          <p:cNvPr id="7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DA36AD8-4561-45E4-82AA-28E890CD7A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36BA15C-D7FF-4C35-B565-4E629658EE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</a:p>
        </p:txBody>
      </p:sp>
      <p:sp>
        <p:nvSpPr>
          <p:cNvPr id="7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C8CD983-BEEA-4997-AD25-3F71E88453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</a:p>
        </p:txBody>
      </p:sp>
      <p:sp>
        <p:nvSpPr>
          <p:cNvPr id="7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663B32-D36F-4245-BD1C-A4207C0FE7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AD472FA-D0B1-488A-9DB5-0AD5A64693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</a:p>
        </p:txBody>
      </p:sp>
      <p:sp>
        <p:nvSpPr>
          <p:cNvPr id="7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9C84B5E-6CE4-4B61-A5C6-7659C79514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C1BF023-74F3-4F3C-8868-6D1AC7518D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C6B8697-354A-4871-94E8-34EEA458D0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D9037ED-D311-4932-AD1C-DBB9F87F49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8C03DE-FB59-4442-8C4A-5F168F58B6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E571236-0783-462D-ACAF-23AD83F3E5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</a:p>
        </p:txBody>
      </p:sp>
      <p:sp>
        <p:nvSpPr>
          <p:cNvPr id="7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419E4EE-E52C-4D8A-A6A1-3E1CC4C18F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321D0D-3952-4657-A6BD-4643FFD5AF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99D007D-1993-4951-8E56-4B247E92A5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64645B4-373D-4F62-88FC-7EB74F9DC4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</a:p>
        </p:txBody>
      </p:sp>
      <p:sp>
        <p:nvSpPr>
          <p:cNvPr id="7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511AEFB-874B-4DA8-AC95-FEF36C9CDA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197A04B-95CB-499A-9541-F5D869D056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801295-25F1-4FC3-A743-181A7F52F0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A73391F-1EA2-47CF-A866-250888C4CF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213EA5C-612E-4E88-A6FE-CEE2CBBD32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213EA5C-612E-4E88-A6FE-CEE2CBBD32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912532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03431B3-52D3-4A14-BF4E-635250DDEE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E661DED-2AE5-496A-A5F6-3E39C3865F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B1B9D45-0D30-4E15-9DD1-2F95B7CF4C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631A050-74D7-4363-AD34-B269FE700F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C207C80-9335-4CD9-86ED-3D102B1444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14E9451-EB6E-41DC-9039-73AEE11019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</a:p>
        </p:txBody>
      </p:sp>
      <p:sp>
        <p:nvSpPr>
          <p:cNvPr id="8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E6A9E04-F7E4-40E9-B994-C030BFEBAE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3236D96-5A40-4D95-AEF6-6667DB7359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AC67FB-A758-418C-81D2-207C19928F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9600B9-D3BD-4904-9BA8-510EF5AEAD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80E23E1-523A-4793-828D-E2A3CFF99E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</a:p>
        </p:txBody>
      </p:sp>
      <p:sp>
        <p:nvSpPr>
          <p:cNvPr id="8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A30F593-9219-4375-B436-90D7D17DC3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</a:p>
        </p:txBody>
      </p:sp>
      <p:sp>
        <p:nvSpPr>
          <p:cNvPr id="8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A73136F-81A8-4473-A505-FD7A6E008B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</a:p>
        </p:txBody>
      </p:sp>
      <p:sp>
        <p:nvSpPr>
          <p:cNvPr id="8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3243EFC-97C9-4275-B84B-37673E2D07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2AA821-BC1F-44A9-AEDC-07C999F872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CC0FBFD-AA08-4EAA-A098-5EA3C98974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</a:p>
        </p:txBody>
      </p:sp>
      <p:sp>
        <p:nvSpPr>
          <p:cNvPr id="85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B264832-740D-4B8E-B7A0-C59D0D4C01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</a:p>
        </p:txBody>
      </p:sp>
      <p:sp>
        <p:nvSpPr>
          <p:cNvPr id="86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7BE12D7-758F-437A-A599-142425ABB2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90AC74-3EBC-40E1-9DD7-14CF8D0F79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C22DDE9-9B06-495F-A647-FA0DDA092C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46B86AE-25F9-453E-AFA4-52F357CD7C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26ED232-9D1D-4EBB-A422-DB4CB93ACF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9FB42BF-B6D1-4DCE-BA52-9314FE25FA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C6CCFFB-7E5F-4B6E-A263-841A4BFC97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DC8E639-F153-4791-81C3-586200B2A3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314347-3D5B-4C4C-8B85-97C4280C53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PK"/>
          </a:p>
        </p:txBody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</a:p>
        </p:txBody>
      </p:sp>
      <p:sp>
        <p:nvSpPr>
          <p:cNvPr id="887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5EDC9C-6485-4C3F-AA66-0E6F47346F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000" cy="11880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3"/>
          <a:stretch/>
        </p:blipFill>
        <p:spPr>
          <a:xfrm>
            <a:off x="5678280" y="1092600"/>
            <a:ext cx="831240" cy="83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36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36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3"/>
          <a:stretch/>
        </p:blipFill>
        <p:spPr>
          <a:xfrm>
            <a:off x="654120" y="167076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4"/>
          <a:stretch/>
        </p:blipFill>
        <p:spPr>
          <a:xfrm>
            <a:off x="654120" y="22122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5"/>
          <a:stretch/>
        </p:blipFill>
        <p:spPr>
          <a:xfrm>
            <a:off x="654120" y="275364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6"/>
          <a:stretch/>
        </p:blipFill>
        <p:spPr>
          <a:xfrm>
            <a:off x="654120" y="329508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7"/>
          <a:stretch/>
        </p:blipFill>
        <p:spPr>
          <a:xfrm>
            <a:off x="654120" y="383688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8"/>
          <a:stretch/>
        </p:blipFill>
        <p:spPr>
          <a:xfrm>
            <a:off x="654120" y="437832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9"/>
          <a:stretch/>
        </p:blipFill>
        <p:spPr>
          <a:xfrm>
            <a:off x="654120" y="491976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10"/>
          <a:stretch/>
        </p:blipFill>
        <p:spPr>
          <a:xfrm>
            <a:off x="654120" y="54612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1"/>
          <a:stretch/>
        </p:blipFill>
        <p:spPr>
          <a:xfrm>
            <a:off x="654120" y="60030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4"/>
          <a:stretch/>
        </p:blipFill>
        <p:spPr>
          <a:xfrm>
            <a:off x="158868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5"/>
          <a:stretch/>
        </p:blipFill>
        <p:spPr>
          <a:xfrm>
            <a:off x="734040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6"/>
          <a:stretch/>
        </p:blipFill>
        <p:spPr>
          <a:xfrm>
            <a:off x="1021608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90880" cy="50220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512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90880" cy="16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KeyError if the key doesn't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print(contact.get("email"))           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print(contact.get("email", "N/A"))       # "N/A"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90880" cy="50220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512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67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67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528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67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67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528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792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90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list.pop()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popitem() removes and returns the last inserted key-value pair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contact.pop("age")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print(contact.keys())     # dict_keys(['name', 'age', 'city'])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print(contact.values())   # dict_values(['Ahmed', 25, 'Karachi'])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print(contact.items())    # dict_items([('name', 'Ahmed'), ...])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contact.items():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contact.keys():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val in contact.values():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print(val)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.setdefault() — Avoiding KeyError Gracefully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setdefault(key, default) returns the value if the key exists — and creates it with that default if it doesn't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tags.add("beginner")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tags.remove("data")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tags.discard("not_here")   # no error, even though it's missing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tags.remove("not_here")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from both sets, with duplicates automatically 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9800" cy="1756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): 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9800" cy="17568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A5801917-FC3E-A535-500E-A903AD3CEE84}"/>
              </a:ext>
            </a:extLst>
          </p:cNvPr>
          <p:cNvSpPr/>
          <p:nvPr/>
        </p:nvSpPr>
        <p:spPr>
          <a:xfrm>
            <a:off x="1216080" y="1028417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PK" sz="2400" dirty="0">
                <a:solidFill>
                  <a:srgbClr val="1B2420"/>
                </a:solidFill>
                <a:latin typeface="Calibri"/>
                <a:ea typeface="Calibri"/>
              </a:rPr>
              <a:t>Give me everything that is NOT shared between A and B</a:t>
            </a:r>
            <a:endParaRPr lang="en-US" sz="2400" dirty="0">
              <a:solidFill>
                <a:srgbClr val="1B2420"/>
              </a:solidFill>
              <a:latin typeface="Calibri"/>
              <a:ea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0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"/>
          <p:cNvSpPr/>
          <p:nvPr/>
        </p:nvSpPr>
        <p:spPr>
          <a:xfrm>
            <a:off x="45720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294444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4" name="Image 1" descr="icons/boxes.png"/>
          <p:cNvPicPr/>
          <p:nvPr/>
        </p:nvPicPr>
        <p:blipFill>
          <a:blip r:embed="rId4"/>
          <a:stretch/>
        </p:blipFill>
        <p:spPr>
          <a:xfrm>
            <a:off x="302652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Text 4"/>
          <p:cNvSpPr/>
          <p:nvPr/>
        </p:nvSpPr>
        <p:spPr>
          <a:xfrm>
            <a:off x="54864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60336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6"/>
          <p:cNvSpPr/>
          <p:nvPr/>
        </p:nvSpPr>
        <p:spPr>
          <a:xfrm>
            <a:off x="620892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7"/>
          <p:cNvSpPr/>
          <p:nvPr/>
        </p:nvSpPr>
        <p:spPr>
          <a:xfrm>
            <a:off x="86958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9" name="Image 2" descr="icons/tags.png"/>
          <p:cNvPicPr/>
          <p:nvPr/>
        </p:nvPicPr>
        <p:blipFill>
          <a:blip r:embed="rId5"/>
          <a:stretch/>
        </p:blipFill>
        <p:spPr>
          <a:xfrm>
            <a:off x="877824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8"/>
          <p:cNvSpPr/>
          <p:nvPr/>
        </p:nvSpPr>
        <p:spPr>
          <a:xfrm>
            <a:off x="630036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9"/>
          <p:cNvSpPr/>
          <p:nvPr/>
        </p:nvSpPr>
        <p:spPr>
          <a:xfrm>
            <a:off x="635508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0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PK" sz="2800" dirty="0"/>
              <a:t>Where Are Sets Actually Used?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B50860-DD6D-70D8-88D8-43EB9FC73273}"/>
              </a:ext>
            </a:extLst>
          </p:cNvPr>
          <p:cNvSpPr txBox="1"/>
          <p:nvPr/>
        </p:nvSpPr>
        <p:spPr>
          <a:xfrm>
            <a:off x="1000800" y="1465475"/>
            <a:ext cx="960409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PK" sz="2000" dirty="0"/>
              <a:t>🧹 </a:t>
            </a:r>
            <a:r>
              <a:rPr lang="en-PK" sz="2000" b="1" dirty="0"/>
              <a:t>Data Cleaning</a:t>
            </a:r>
            <a:r>
              <a:rPr lang="en-PK" sz="2000" dirty="0"/>
              <a:t> — removing duplicate records, IDs, categories, or values </a:t>
            </a:r>
          </a:p>
          <a:p>
            <a:pPr lvl="0"/>
            <a:r>
              <a:rPr lang="en-PK" sz="2000" dirty="0"/>
              <a:t>⚡ </a:t>
            </a:r>
            <a:r>
              <a:rPr lang="en-PK" sz="2000" b="1" dirty="0"/>
              <a:t>Fast Searching</a:t>
            </a:r>
            <a:r>
              <a:rPr lang="en-PK" sz="2000" dirty="0"/>
              <a:t> — quickly checking whether an item exists </a:t>
            </a:r>
          </a:p>
          <a:p>
            <a:pPr lvl="0"/>
            <a:r>
              <a:rPr lang="en-PK" sz="2000" dirty="0"/>
              <a:t>🗺️ </a:t>
            </a:r>
            <a:r>
              <a:rPr lang="en-PK" sz="2000" b="1" dirty="0"/>
              <a:t>Maps &amp; Navigation</a:t>
            </a:r>
            <a:r>
              <a:rPr lang="en-PK" sz="2000" dirty="0"/>
              <a:t> — tracking visited locations during route-finding and graph search algorithms such as </a:t>
            </a:r>
            <a:r>
              <a:rPr lang="en-PK" sz="2000" b="1" dirty="0"/>
              <a:t>A*</a:t>
            </a:r>
            <a:r>
              <a:rPr lang="en-PK" sz="2000" dirty="0"/>
              <a:t> and </a:t>
            </a:r>
            <a:r>
              <a:rPr lang="en-PK" sz="2000" b="1" dirty="0"/>
              <a:t>Dijkstra's</a:t>
            </a:r>
            <a:r>
              <a:rPr lang="en-PK" sz="2000" dirty="0"/>
              <a:t> </a:t>
            </a:r>
          </a:p>
          <a:p>
            <a:pPr lvl="0"/>
            <a:r>
              <a:rPr lang="en-PK" sz="2000" dirty="0"/>
              <a:t>🤖 </a:t>
            </a:r>
            <a:r>
              <a:rPr lang="en-PK" sz="2000" b="1" dirty="0"/>
              <a:t>AI Search</a:t>
            </a:r>
            <a:r>
              <a:rPr lang="en-PK" sz="2000" dirty="0"/>
              <a:t> — tracking visited states/nodes in </a:t>
            </a:r>
            <a:r>
              <a:rPr lang="en-PK" sz="2000" b="1" dirty="0"/>
              <a:t>BFS, DFS, A*</a:t>
            </a:r>
            <a:r>
              <a:rPr lang="en-PK" sz="2000" dirty="0"/>
              <a:t> and other graph-based algorithms </a:t>
            </a:r>
          </a:p>
          <a:p>
            <a:pPr lvl="0"/>
            <a:r>
              <a:rPr lang="en-PK" sz="2000" dirty="0"/>
              <a:t>📝 </a:t>
            </a:r>
            <a:r>
              <a:rPr lang="en-PK" sz="2000" b="1" dirty="0"/>
              <a:t>NLP</a:t>
            </a:r>
            <a:r>
              <a:rPr lang="en-PK" sz="2000" dirty="0"/>
              <a:t> — finding unique words, tokens, keywords, or vocabulary </a:t>
            </a:r>
          </a:p>
          <a:p>
            <a:pPr lvl="0"/>
            <a:r>
              <a:rPr lang="en-PK" sz="2000" dirty="0"/>
              <a:t>🎯 </a:t>
            </a:r>
            <a:r>
              <a:rPr lang="en-PK" sz="2000" b="1" dirty="0"/>
              <a:t>Recommendation Systems</a:t>
            </a:r>
            <a:r>
              <a:rPr lang="en-PK" sz="2000" dirty="0"/>
              <a:t> — comparing users' interests, skills, products, or preferences </a:t>
            </a:r>
          </a:p>
          <a:p>
            <a:pPr lvl="0"/>
            <a:r>
              <a:rPr lang="en-PK" sz="2000" dirty="0"/>
              <a:t>🔐 </a:t>
            </a:r>
            <a:r>
              <a:rPr lang="en-PK" sz="2000" b="1" dirty="0"/>
              <a:t>Security &amp; Access Control</a:t>
            </a:r>
            <a:r>
              <a:rPr lang="en-PK" sz="2000" dirty="0"/>
              <a:t> — managing unique permissions, blocked users, or allowed resources </a:t>
            </a:r>
          </a:p>
          <a:p>
            <a:pPr lvl="0"/>
            <a:r>
              <a:rPr lang="en-PK" sz="2000" dirty="0"/>
              <a:t>📊 </a:t>
            </a:r>
            <a:r>
              <a:rPr lang="en-PK" sz="2000" b="1" dirty="0"/>
              <a:t>Data Science</a:t>
            </a:r>
            <a:r>
              <a:rPr lang="en-PK" sz="2000" dirty="0"/>
              <a:t> — comparing datasets, finding common/missing categories, and identifying unique values</a:t>
            </a:r>
          </a:p>
          <a:p>
            <a:endParaRPr lang="en-PK" sz="2000" dirty="0"/>
          </a:p>
        </p:txBody>
      </p:sp>
    </p:spTree>
    <p:extLst>
      <p:ext uri="{BB962C8B-B14F-4D97-AF65-F5344CB8AC3E}">
        <p14:creationId xmlns:p14="http://schemas.microsoft.com/office/powerpoint/2010/main" val="1445768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8"/>
          <p:cNvSpPr/>
          <p:nvPr/>
        </p:nvSpPr>
        <p:spPr>
          <a:xfrm>
            <a:off x="822960" y="33033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 9"/>
          <p:cNvSpPr/>
          <p:nvPr/>
        </p:nvSpPr>
        <p:spPr>
          <a:xfrm>
            <a:off x="822960" y="3303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0"/>
          <p:cNvSpPr/>
          <p:nvPr/>
        </p:nvSpPr>
        <p:spPr>
          <a:xfrm>
            <a:off x="1435680" y="33033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11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7" name="Text 12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3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"/>
          <p:cNvSpPr/>
          <p:nvPr/>
        </p:nvSpPr>
        <p:spPr>
          <a:xfrm>
            <a:off x="822960" y="50634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 15"/>
          <p:cNvSpPr/>
          <p:nvPr/>
        </p:nvSpPr>
        <p:spPr>
          <a:xfrm>
            <a:off x="822960" y="50634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6"/>
          <p:cNvSpPr/>
          <p:nvPr/>
        </p:nvSpPr>
        <p:spPr>
          <a:xfrm>
            <a:off x="1435680" y="50634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5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17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7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8" name="Image 1" descr="icons/co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9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0" descr="icons/blender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9" name="Image 1" descr="icons/blender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8" name="Image 1" descr="icons/cogs.png"/>
          <p:cNvPicPr/>
          <p:nvPr/>
        </p:nvPicPr>
        <p:blipFill>
          <a:blip r:embed="rId3"/>
          <a:stretch/>
        </p:blipFill>
        <p:spPr>
          <a:xfrm>
            <a:off x="800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2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3" name="Image 2" descr="icons/key.png"/>
          <p:cNvPicPr/>
          <p:nvPr/>
        </p:nvPicPr>
        <p:blipFill>
          <a:blip r:embed="rId4"/>
          <a:stretch/>
        </p:blipFill>
        <p:spPr>
          <a:xfrm>
            <a:off x="6515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9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8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7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(price, discount=0.1):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(100))          # 90.0 (uses default 10%)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(100, 0.25))    # 75.0 (overridden)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print(describe_student(city="Karachi", name="Ahmed", age=25))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5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4" name="Image 0" descr="icons/glob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3" name="Image 0" descr="icons/warning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</a:p>
          <a:p>
            <a:pPr>
              <a:spcAft>
                <a:spcPts val="1400"/>
              </a:spcAft>
              <a:buClr>
                <a:srgbClr val="1B2420"/>
              </a:buClr>
            </a:pPr>
            <a:r>
              <a:rPr lang="en-PK" b="1" dirty="0">
                <a:solidFill>
                  <a:srgbClr val="1B2420"/>
                </a:solidFill>
                <a:latin typeface="Calibri"/>
                <a:ea typeface="Calibri"/>
              </a:rPr>
              <a:t>Rule to remember</a:t>
            </a:r>
            <a:r>
              <a:rPr lang="en-US" b="1" dirty="0">
                <a:solidFill>
                  <a:srgbClr val="1B2420"/>
                </a:solidFill>
                <a:latin typeface="Calibri"/>
                <a:ea typeface="Calibri"/>
              </a:rPr>
              <a:t>: </a:t>
            </a:r>
            <a:r>
              <a:rPr lang="en-PK" b="1" dirty="0">
                <a:solidFill>
                  <a:srgbClr val="1B2420"/>
                </a:solidFill>
                <a:latin typeface="Calibri"/>
                <a:ea typeface="Calibri"/>
              </a:rPr>
              <a:t>Never use a mutable object (list, dict, set, etc.) as a default function argument.</a:t>
            </a: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cart=[]):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("apple"))    # ['apple']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("banana"))   # ['apple', 'banana']  &lt;- unexpected!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add_item_safe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cart=None):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2" name="Image 0" descr="icons/quot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(price, discount=0.1):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</a:p>
          <a:p>
            <a:pPr>
              <a:lnSpc>
                <a:spcPct val="135000"/>
              </a:lnSpc>
              <a:tabLst>
                <a:tab pos="0" algn="l"/>
              </a:tabLst>
            </a:pPr>
            <a:endParaRPr lang="en-US" sz="1250" dirty="0">
              <a:solidFill>
                <a:srgbClr val="C9D3CC"/>
              </a:solidFill>
              <a:latin typeface="Cantarell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250" dirty="0">
                <a:solidFill>
                  <a:srgbClr val="C9D3CC"/>
                </a:solidFill>
                <a:latin typeface="Cantarell"/>
              </a:rPr>
              <a:t>print(</a:t>
            </a:r>
            <a:r>
              <a:rPr lang="en-US" sz="1250" dirty="0" err="1">
                <a:solidFill>
                  <a:srgbClr val="C9D3CC"/>
                </a:solidFill>
                <a:latin typeface="Cantarell"/>
              </a:rPr>
              <a:t>calculate_price.__doc</a:t>
            </a:r>
            <a:r>
              <a:rPr lang="en-US" sz="1250" dirty="0">
                <a:solidFill>
                  <a:srgbClr val="C9D3CC"/>
                </a:solidFill>
                <a:latin typeface="Cantarell"/>
              </a:rPr>
              <a:t>__)</a:t>
            </a:r>
          </a:p>
          <a:p>
            <a:pPr>
              <a:lnSpc>
                <a:spcPct val="135000"/>
              </a:lnSpc>
              <a:tabLst>
                <a:tab pos="0" algn="l"/>
              </a:tabLst>
            </a:pPr>
            <a:endParaRPr lang="en-US" sz="1250" dirty="0">
              <a:solidFill>
                <a:srgbClr val="C9D3CC"/>
              </a:solidFill>
              <a:latin typeface="Cantarell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250" dirty="0">
                <a:solidFill>
                  <a:srgbClr val="C9D3CC"/>
                </a:solidFill>
                <a:latin typeface="Cantarell"/>
              </a:rPr>
              <a:t>help(</a:t>
            </a:r>
            <a:r>
              <a:rPr lang="en-US" sz="1250" dirty="0" err="1">
                <a:solidFill>
                  <a:srgbClr val="C9D3CC"/>
                </a:solidFill>
                <a:latin typeface="Cantarell"/>
              </a:rPr>
              <a:t>calculate_price</a:t>
            </a:r>
            <a:r>
              <a:rPr lang="en-US" sz="1250" dirty="0">
                <a:solidFill>
                  <a:srgbClr val="C9D3CC"/>
                </a:solidFill>
                <a:latin typeface="Cantarell"/>
              </a:rPr>
              <a:t>)</a:t>
            </a:r>
          </a:p>
        </p:txBody>
      </p:sp>
      <p:sp>
        <p:nvSpPr>
          <p:cNvPr id="54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is_valid_email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(email):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email.endswith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(".com")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register_user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(name, email):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is_valid_email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(email):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f"Registered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{name}"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register_user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("Ahmed", "ahmed@mail.com"))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9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"/>
          <p:cNvSpPr/>
          <p:nvPr/>
        </p:nvSpPr>
        <p:spPr>
          <a:xfrm>
            <a:off x="548640" y="14630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548640" y="1783080"/>
            <a:ext cx="5394240" cy="420552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3" name="Text 4"/>
          <p:cNvSpPr/>
          <p:nvPr/>
        </p:nvSpPr>
        <p:spPr>
          <a:xfrm>
            <a:off x="868680" y="2057400"/>
            <a:ext cx="4754160" cy="365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5"/>
          <p:cNvSpPr/>
          <p:nvPr/>
        </p:nvSpPr>
        <p:spPr>
          <a:xfrm>
            <a:off x="6217920" y="14630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6"/>
          <p:cNvSpPr/>
          <p:nvPr/>
        </p:nvSpPr>
        <p:spPr>
          <a:xfrm>
            <a:off x="6217920" y="1783080"/>
            <a:ext cx="5394240" cy="420552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7"/>
          <p:cNvSpPr/>
          <p:nvPr/>
        </p:nvSpPr>
        <p:spPr>
          <a:xfrm>
            <a:off x="6537960" y="2057400"/>
            <a:ext cx="4754160" cy="365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1" name="Image 0" descr="icons/so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 dirty="0">
              <a:solidFill>
                <a:srgbClr val="1B2420"/>
              </a:solidFill>
              <a:effectLst/>
              <a:uFillTx/>
              <a:latin typeface="Calibri"/>
              <a:ea typeface="Calibri"/>
            </a:endParaRPr>
          </a:p>
          <a:p>
            <a:pPr marL="343080" indent="-343080"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>
                <a:solidFill>
                  <a:srgbClr val="1B2420"/>
                </a:solidFill>
                <a:latin typeface="Calibri"/>
                <a:ea typeface="Calibri"/>
              </a:rPr>
              <a:t>Key means </a:t>
            </a:r>
            <a:r>
              <a:rPr lang="en-PK" sz="1350">
                <a:solidFill>
                  <a:srgbClr val="1B2420"/>
                </a:solidFill>
                <a:latin typeface="Calibri"/>
                <a:ea typeface="Calibri"/>
              </a:rPr>
              <a:t>"</a:t>
            </a:r>
            <a:r>
              <a:rPr lang="en-PK" sz="1350" dirty="0">
                <a:solidFill>
                  <a:srgbClr val="1B2420"/>
                </a:solidFill>
                <a:latin typeface="Calibri"/>
                <a:ea typeface="Calibri"/>
              </a:rPr>
              <a:t>Use this function to decide what determines the sorting order.</a:t>
            </a:r>
            <a:endParaRPr lang="en-US" sz="1350" dirty="0">
              <a:solidFill>
                <a:srgbClr val="1B2420"/>
              </a:solidFill>
              <a:latin typeface="Calibri"/>
              <a:ea typeface="Calibri"/>
            </a:endParaRPr>
          </a:p>
        </p:txBody>
      </p:sp>
      <p:sp>
        <p:nvSpPr>
          <p:cNvPr id="57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get_score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scores.items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(), key=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get_score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, reverse=True)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0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4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7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2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04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5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6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7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8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9"/>
          <p:cNvSpPr/>
          <p:nvPr/>
        </p:nvSpPr>
        <p:spPr>
          <a:xfrm>
            <a:off x="822960" y="35967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1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2" name="Shape 10"/>
          <p:cNvSpPr/>
          <p:nvPr/>
        </p:nvSpPr>
        <p:spPr>
          <a:xfrm>
            <a:off x="1371600" y="36147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Text 11"/>
          <p:cNvSpPr/>
          <p:nvPr/>
        </p:nvSpPr>
        <p:spPr>
          <a:xfrm>
            <a:off x="1371600" y="36147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2"/>
          <p:cNvSpPr/>
          <p:nvPr/>
        </p:nvSpPr>
        <p:spPr>
          <a:xfrm>
            <a:off x="1920240" y="35967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3"/>
          <p:cNvSpPr/>
          <p:nvPr/>
        </p:nvSpPr>
        <p:spPr>
          <a:xfrm>
            <a:off x="822960" y="477000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Shape 14"/>
          <p:cNvSpPr/>
          <p:nvPr/>
        </p:nvSpPr>
        <p:spPr>
          <a:xfrm>
            <a:off x="1371600" y="47883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 15"/>
          <p:cNvSpPr/>
          <p:nvPr/>
        </p:nvSpPr>
        <p:spPr>
          <a:xfrm>
            <a:off x="1371600" y="47883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6"/>
          <p:cNvSpPr/>
          <p:nvPr/>
        </p:nvSpPr>
        <p:spPr>
          <a:xfrm>
            <a:off x="1920240" y="477000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4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7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822960" y="35967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4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Shape 10"/>
          <p:cNvSpPr/>
          <p:nvPr/>
        </p:nvSpPr>
        <p:spPr>
          <a:xfrm>
            <a:off x="1371600" y="36147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6" name="Text 11"/>
          <p:cNvSpPr/>
          <p:nvPr/>
        </p:nvSpPr>
        <p:spPr>
          <a:xfrm>
            <a:off x="1371600" y="36147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2"/>
          <p:cNvSpPr/>
          <p:nvPr/>
        </p:nvSpPr>
        <p:spPr>
          <a:xfrm>
            <a:off x="1920240" y="35967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13"/>
          <p:cNvSpPr/>
          <p:nvPr/>
        </p:nvSpPr>
        <p:spPr>
          <a:xfrm>
            <a:off x="822960" y="477000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0" name="Shape 14"/>
          <p:cNvSpPr/>
          <p:nvPr/>
        </p:nvSpPr>
        <p:spPr>
          <a:xfrm>
            <a:off x="1371600" y="47883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1371600" y="47883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1920240" y="477000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7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2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9"/>
          <p:cNvSpPr/>
          <p:nvPr/>
        </p:nvSpPr>
        <p:spPr>
          <a:xfrm>
            <a:off x="822960" y="348984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7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55032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" name="Shape 10"/>
          <p:cNvSpPr/>
          <p:nvPr/>
        </p:nvSpPr>
        <p:spPr>
          <a:xfrm>
            <a:off x="1371600" y="350820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11"/>
          <p:cNvSpPr/>
          <p:nvPr/>
        </p:nvSpPr>
        <p:spPr>
          <a:xfrm>
            <a:off x="1371600" y="350820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2"/>
          <p:cNvSpPr/>
          <p:nvPr/>
        </p:nvSpPr>
        <p:spPr>
          <a:xfrm>
            <a:off x="1920240" y="348984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13"/>
          <p:cNvSpPr/>
          <p:nvPr/>
        </p:nvSpPr>
        <p:spPr>
          <a:xfrm>
            <a:off x="822960" y="455688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2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3" name="Shape 14"/>
          <p:cNvSpPr/>
          <p:nvPr/>
        </p:nvSpPr>
        <p:spPr>
          <a:xfrm>
            <a:off x="1371600" y="457488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5"/>
          <p:cNvSpPr/>
          <p:nvPr/>
        </p:nvSpPr>
        <p:spPr>
          <a:xfrm>
            <a:off x="1371600" y="4574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6"/>
          <p:cNvSpPr/>
          <p:nvPr/>
        </p:nvSpPr>
        <p:spPr>
          <a:xfrm>
            <a:off x="1920240" y="455688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7"/>
          <p:cNvSpPr/>
          <p:nvPr/>
        </p:nvSpPr>
        <p:spPr>
          <a:xfrm>
            <a:off x="822960" y="5760720"/>
            <a:ext cx="105148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2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3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4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4" name="Image 1" descr="icons/chart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1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2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</TotalTime>
  <Words>5709</Words>
  <Application>Microsoft Office PowerPoint</Application>
  <PresentationFormat>Widescreen</PresentationFormat>
  <Paragraphs>740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Cambria</vt:lpstr>
      <vt:lpstr>Cantarell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Dictionaries, Sets &amp; Functions — Session 8</dc:title>
  <dc:subject>PptxGenJS Presentation</dc:subject>
  <dc:creator>Course Instructor</dc:creator>
  <dc:description/>
  <cp:lastModifiedBy>Hafiz Waseem Ahmed</cp:lastModifiedBy>
  <cp:revision>35</cp:revision>
  <dcterms:created xsi:type="dcterms:W3CDTF">2026-08-08T08:23:51Z</dcterms:created>
  <dcterms:modified xsi:type="dcterms:W3CDTF">2026-08-18T16:54:16Z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57</vt:i4>
  </property>
  <property fmtid="{D5CDD505-2E9C-101B-9397-08002B2CF9AE}" pid="3" name="PresentationFormat">
    <vt:lpwstr>Widescreen</vt:lpwstr>
  </property>
  <property fmtid="{D5CDD505-2E9C-101B-9397-08002B2CF9AE}" pid="4" name="Slides">
    <vt:i4>57</vt:i4>
  </property>
</Properties>
</file>