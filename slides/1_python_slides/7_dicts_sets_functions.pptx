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B553C-2BD2-4A8F-ACD8-21C0639AC6BD}" v="2" dt="2026-08-15T16:57:23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Waseem Ahmed" userId="8a6b23c944322495" providerId="LiveId" clId="{E7CEC0E6-1526-4834-A6B2-B1E975D7A869}"/>
    <pc:docChg chg="undo custSel modSld">
      <pc:chgData name="Hafiz Waseem Ahmed" userId="8a6b23c944322495" providerId="LiveId" clId="{E7CEC0E6-1526-4834-A6B2-B1E975D7A869}" dt="2026-08-15T16:57:45.198" v="31" actId="313"/>
      <pc:docMkLst>
        <pc:docMk/>
      </pc:docMkLst>
      <pc:sldChg chg="modSp mod">
        <pc:chgData name="Hafiz Waseem Ahmed" userId="8a6b23c944322495" providerId="LiveId" clId="{E7CEC0E6-1526-4834-A6B2-B1E975D7A869}" dt="2026-08-15T16:57:45.198" v="31" actId="313"/>
        <pc:sldMkLst>
          <pc:docMk/>
          <pc:sldMk cId="0" sldId="270"/>
        </pc:sldMkLst>
        <pc:spChg chg="mod">
          <ac:chgData name="Hafiz Waseem Ahmed" userId="8a6b23c944322495" providerId="LiveId" clId="{E7CEC0E6-1526-4834-A6B2-B1E975D7A869}" dt="2026-08-15T16:57:45.198" v="31" actId="313"/>
          <ac:spMkLst>
            <pc:docMk/>
            <pc:sldMk cId="0" sldId="27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09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is a dense, industry-focused session — pace accordingly, likely needs 2 sittings.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grid is the pitch for the whole topic — dictionaries are not an abstract exercise, they are the real shape of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pattern — .get() with a fallback — is what real code uses when reading data from an API that might be missing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emphasizing: in checks keys by default, a common early misunderstanding.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payoff from the Loops session — this pattern shows up constantly in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precisely what Python's collections.Counter automates — worth mentioning that shortcut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this out explicitly: this IS what real datasets look like before pandas simplifies working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{} gotcha is genuinely common — worth flagging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example: "students who passed both exams" is exactly a set intersection.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continuation of the time-complexity conversation from the Lists session — a genuine reason to reach for a set, not just a style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genuinely the single most common beginner confusion with functions — spend real 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satisfying callback to tuple packing/unpacking from Session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genuinely important, often-confusing topic — worth a live demo, not just reading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real, well-known interview question — worth treating with real weight, not as a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side-by-side is the whole pitch for functions in one image — spend real time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Dictionaries and Functions together directly — a great "everything you learned today, at once"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revisiting the refactoring case study — ask students where THEY have repeated code that could become a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00116" y="914400"/>
            <a:ext cx="1188720" cy="118872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1092708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Dictionaries, Sets &amp; Functions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&amp; Reusable Logic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603504" y="1620053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89" y="1670637"/>
            <a:ext cx="236062" cy="2360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554480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— key-value data, exactly like real APIs and databases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096008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603504" y="2161581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89" y="2212165"/>
            <a:ext cx="236062" cy="2360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096008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Accessing, updating, and safely handling missing keys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2637536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0"/>
          <p:cNvSpPr/>
          <p:nvPr/>
        </p:nvSpPr>
        <p:spPr>
          <a:xfrm>
            <a:off x="603504" y="2703109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3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89" y="2753693"/>
            <a:ext cx="236062" cy="2360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637536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 &amp; lists of dictionaries — how real data actually looks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3179064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3"/>
          <p:cNvSpPr/>
          <p:nvPr/>
        </p:nvSpPr>
        <p:spPr>
          <a:xfrm>
            <a:off x="603504" y="3244637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4" descr="icons/t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89" y="3295221"/>
            <a:ext cx="236062" cy="23606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179064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unique values, and the four core set operations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57200" y="3720592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16"/>
          <p:cNvSpPr/>
          <p:nvPr/>
        </p:nvSpPr>
        <p:spPr>
          <a:xfrm>
            <a:off x="603504" y="3786165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4" name="Image 5" descr="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89" y="3836749"/>
            <a:ext cx="236062" cy="23606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3720592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sets are faster — a real performance reason to use them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57200" y="4262120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Shape 19"/>
          <p:cNvSpPr/>
          <p:nvPr/>
        </p:nvSpPr>
        <p:spPr>
          <a:xfrm>
            <a:off x="603504" y="4327693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8" name="Image 6" descr="icons/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089" y="4378277"/>
            <a:ext cx="236062" cy="23606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4262120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why they exist, and how the industry actually uses them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457200" y="4803648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2"/>
          <p:cNvSpPr/>
          <p:nvPr/>
        </p:nvSpPr>
        <p:spPr>
          <a:xfrm>
            <a:off x="603504" y="4869221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7" descr="icons/glo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089" y="4919805"/>
            <a:ext cx="236062" cy="23606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280160" y="4803648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default arguments, and a famous Python gotcha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457200" y="5345176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25"/>
          <p:cNvSpPr/>
          <p:nvPr/>
        </p:nvSpPr>
        <p:spPr>
          <a:xfrm>
            <a:off x="603504" y="5410749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6" name="Image 8" descr="icons/recyc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89" y="5461333"/>
            <a:ext cx="236062" cy="23606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280160" y="5345176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repeated code into functions — a real case study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457200" y="5886704"/>
            <a:ext cx="11274552" cy="468376"/>
          </a:xfrm>
          <a:prstGeom prst="roundRect">
            <a:avLst>
              <a:gd name="adj" fmla="val 13666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Shape 28"/>
          <p:cNvSpPr/>
          <p:nvPr/>
        </p:nvSpPr>
        <p:spPr>
          <a:xfrm>
            <a:off x="603504" y="5952277"/>
            <a:ext cx="337231" cy="337231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0" name="Image 9" descr="icons/task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089" y="6002861"/>
            <a:ext cx="236062" cy="23606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280160" y="5886704"/>
            <a:ext cx="1014984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 and two mini projects</a:t>
            </a:r>
            <a:endParaRPr lang="en-US" sz="1250" dirty="0"/>
          </a:p>
        </p:txBody>
      </p:sp>
      <p:sp>
        <p:nvSpPr>
          <p:cNvPr id="4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 behind almost every API, config file, and database record you'll ever touch.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Dictionary?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boxes, not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numbered ones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key-value pairs — a label, and the value that belongs to it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real address book: you look someone up by name, not by "the 5th contact"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organized by position (index 0, 1, 2...). A dictionary is organized by meaning (name, age, city...)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shift — from position to meaning — is why dictionaries are everywhere in real software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Already See This in the Real World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1506474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icons/address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770" y="2178101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Lists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3504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phone number, exactly like your phone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32988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4382262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558" y="2178101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24428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Rows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479292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 → value, for one record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08776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1"/>
          <p:cNvSpPr/>
          <p:nvPr/>
        </p:nvSpPr>
        <p:spPr>
          <a:xfrm>
            <a:off x="7258050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3" descr="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346" y="2178101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0216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from an API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355080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web API returns data shaped exactly like a Python dict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084564" y="1508760"/>
            <a:ext cx="2647188" cy="489204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5"/>
          <p:cNvSpPr/>
          <p:nvPr/>
        </p:nvSpPr>
        <p:spPr>
          <a:xfrm>
            <a:off x="10133838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2" name="Image 4" descr="icons/term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134" y="2178101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76004" y="2717597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Files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230868" y="3101645"/>
            <a:ext cx="2354580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stored as name → value, like "volume": 80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Dictionary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{ } create a dictionary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is key: value, separated by commas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usually strings; values can be absolutely anything — even another dictionary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Ali",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25,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"Karachi"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print(type(contact))   # &lt;class 'dict'&gt;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Dictionary, Visualized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 Ali", "age": 25, "city": "Karachi"}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192024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182880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 Ali"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1772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70916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461772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06640" y="23774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7498080" y="2724912"/>
            <a:ext cx="246888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7406640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52360" y="2761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"Karachi"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393192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contact["name"]  →  "Ahmed Ali"</a:t>
            </a:r>
            <a:endParaRPr lang="en-US" sz="15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labeled by its key, not by a position — there is no index 0 or 1 here at all</a:t>
            </a:r>
            <a:endParaRPr lang="en-US" sz="15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visual difference from the list diagrams you've already seen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Values: [ ] vs. .get()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contact["key"] gets the value — but crashes with a KeyError if the key doesn't exist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.get("key") returns None instead of crashing, and you can even set your own fallback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code, .get() is almost always the safer choice for data you don't fully control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print(contact["name"])        # "Ahmed"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print(contact["email"])       # KeyError!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print(contact.get("email"))              # None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print(contact.get("email", "N/A"))       # "N/A"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21208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pl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Updating a Key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731520" y="14173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contact["email"] = "ahmed@email.com"   -&gt;   adds a brand-new 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640080" y="2862072"/>
            <a:ext cx="21945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48640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8986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063240" y="25146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3154680" y="2862072"/>
            <a:ext cx="21945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063240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08960" y="28986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0644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922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922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583680" y="2862072"/>
            <a:ext cx="15087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4922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379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"Ahmed"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3210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1F3EC"/>
          </a:solidFill>
          <a:ln w="1905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8412480" y="2862072"/>
            <a:ext cx="1508760" cy="0"/>
          </a:xfrm>
          <a:prstGeom prst="line">
            <a:avLst/>
          </a:prstGeom>
          <a:noFill/>
          <a:ln w="9525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83210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667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0149840" y="25146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FDFB8"/>
          </a:solidFill>
          <a:ln w="1905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5"/>
          <p:cNvSpPr/>
          <p:nvPr/>
        </p:nvSpPr>
        <p:spPr>
          <a:xfrm>
            <a:off x="10241280" y="2862072"/>
            <a:ext cx="1508760" cy="0"/>
          </a:xfrm>
          <a:prstGeom prst="line">
            <a:avLst/>
          </a:prstGeom>
          <a:noFill/>
          <a:ln w="9525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10149840" y="2560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195560" y="28986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"ahmed@..."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41148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syntax also updates an existing key — contact["age"] = 26 simply overwrites the old value</a:t>
            </a:r>
            <a:endParaRPr lang="en-US" sz="15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tuple, a dictionary is fully mutable — this is exactly why it's so useful for live, changing data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min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 Key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removes a key completely — no value is returned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pop(key) removes a key AND returns its value, just like list.pop()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popitem() removes and returns the last inserted key-value pair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contact["city"]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print(contact)   # {'name': 'Ahmed', 'age': 25}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contact.pop("age")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print(age)        # 25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heckd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Existence: in / not in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checks whether a key exists — not a value — this trips people up at first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before accessing a key you're not sure exists, unless you're using .get()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print("name" in contact)      # True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print("email" in contact)     # False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print(25 in contact)          # False! (25 is a value, not a key)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list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.keys(), .values(), .items()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.keys() gives you every key, .values() gives you every value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.items() gives you both together, as key-value pairs — the most commonly used of the three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print(contact.keys())     # dict_keys(['name', 'age', 'city'])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print(contact.values())   # dict_values(['Ahmed', 25, 'Karachi'])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print(contact.items())    # dict_items([('name', 'Ahmed'), ...])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Over a Dictionary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directly over a dict gives you just the keys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.items() gives you both the key and value together — this is what you'll use most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{"name": "Ahmed", "age": 25, "city": "Karachi"}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contact.items():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print(key, "-&gt;", value)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-&gt; Ahmed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 -&gt; 25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city -&gt; Karachi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A Word Frequency Counter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the natural tool for counting anything — a classic, genuinely industry-relevant use case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is the foundation of real text analytics and search engines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"the cat sat on the mat the cat ran"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text.split()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word in words: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word in counts: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counts[word] += 1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counts[word] = 1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{'the': 3, 'cat': 2, 'sat': 1, ...}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Dictionaries — Real Records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can hold another dictionary as a value — this is how real, structured data is represented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shape of data returned by most web APIs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Ali",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"address": {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"city": "Karachi", "zip": "74200“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print(user["address"]["city"])   # "Karachi“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 Dictionaries — How Real Data Actually Looks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structure is what a CSV file, a database table, or an API result usually becomes once loaded into Python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what pandas will build on top of later in the course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"Ahmed", "score": 88},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"Sara", "score": 92},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"Bilal", "score": 79},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print(student["name"], "-&gt;", student["score"])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Dictionaries: .update() and |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.update() adds all key-value pairs from one dictionary into another, overwriting shared keys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operator (Python 3.9+) does the same thing, but returns a new dictionary instead of changing one in place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 = {"theme": "light", "font_size": 12}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user_settings = {"font_size": 16}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defaults.update(user_settings)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print(defaults)   # {'theme': 'light', 'font_size': 16}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defaults | {"theme": "dark"}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.setdefault() — Avoiding KeyError Gracefully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setdefault(key, default) returns the value if the key exists — and creates it with that default if it doesn't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one-line alternative to writing an if/else just to handle a possibly-missing key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{}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counts.setdefault("apple", 0)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counts["apple"] += 1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{'apple': 1}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 it again on an existing key leaves it untouched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counts.setdefault("apple", 0)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# still {'apple': 1}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Dictionaries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representing yourself: name, age, and favorite subject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2724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to safely look up a key that might not exist, with a fallback value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831336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383133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key to your dictionary, then update an existing one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453542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your dictionary using .items() and print each key and value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23951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2296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23951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word-count dictionary from a sentence of your choice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appears exactly once — nothing more, nothing less.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Set?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stores a collection of values where every value is guaranteed to be unique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guest list where writing someone's name twice doesn't invite them twice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have no order and no index — you can't ask for "the first item"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uses: unique tags on a post, unique visitor IDs, unique words in a document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create a set — but watch out: {} alone creates an empty dictionary, not a set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is the safe way to create an empty set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{"python", "data", "beginner"}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print(type(tags))    # &lt;class 'set'&gt;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empty_dict = {}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print(type(empty_dict))   # &lt;class 'dict'&gt;  &lt;- gotcha!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empty_set = set()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print(type(empty_set))    # &lt;class 'set'&gt;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Duplicates Disappear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list into set() automatically removes every duplicate, keeping only unique values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behavior is the whole reason sets exist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2, 3, 3, 3, 4]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= set(numbers)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print(unique)   # {1, 2, 3, 4}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plus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Removing From a 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inserts a single value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deletes a value, but raises an error if it isn't there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discard() does the same, but stays silent if the value is missing — often the safer choice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{"python", "data"}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tags.add("beginner")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tags.remove("data")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tags.discard("not_here")   # no error, even though it's missing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tags.remove("not_here")    # KeyError!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Union ( |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2, 3, 4, 5}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combines everything from both sets, with duplicates automatically removed.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Intersection ( &amp;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4845406" y="2916022"/>
            <a:ext cx="1190549" cy="1757477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{3}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keeps only the values that exist in BOTH sets — the shared middle.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Difference ( -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F1F3EC"/>
          </a:solidFill>
          <a:ln w="254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keeps only what's in A but NOT in B — order matters here, a - b differs from b - 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Operation: Symmetric Difference ( ^ 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24612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4800600" y="2377440"/>
            <a:ext cx="2834640" cy="2834640"/>
          </a:xfrm>
          <a:prstGeom prst="ellipse">
            <a:avLst/>
          </a:prstGeom>
          <a:solidFill>
            <a:srgbClr val="EFDFB8"/>
          </a:solidFill>
          <a:ln w="25400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4845406" y="2916022"/>
            <a:ext cx="1190549" cy="175747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2926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5}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{1, 2, 4, 5}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difference keeps everything EXCEPT what's shared — the opposite of intersection.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Removing Duplicates From a List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single most common real uses of a set in everyday code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list to a set and back instantly removes every duplicate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does not preserve the original order — use with care if order matters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 = ["a@x.com", "b@x.com", "a@x.com", "c@x.com"]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unique_emails = list(set(emails))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print(unique_emails)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['a@x.com', 'c@x.com', 'b@x.com']  (order not guaranteed)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Fast Membership Testing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5522976" cy="489204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944368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664" y="2178101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17597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 a List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03504" y="3101645"/>
            <a:ext cx="5230368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item one by one — slower as the list grows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08776" y="1508760"/>
            <a:ext cx="5522976" cy="489204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8695944" y="2095805"/>
            <a:ext cx="548640" cy="54864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icons/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78101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0216" y="2717597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 a Set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55080" y="3101645"/>
            <a:ext cx="5230368" cy="325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Near-instant, regardless of size — this is why sets exist for lookups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Sets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set of 5 numbers that includes at least one duplicate, and print 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327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3032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327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from a list of your own using set()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8338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4183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8338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sets of your own and find their union and intersection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6349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50634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6349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difference between two sets of your own, in both directions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jump in this course so far — and the foundation of every real codebase.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Functions Exist — The Industry Case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writing the same 10-line email-checking logic in 5 different places in a real project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finding a bug in it — you'd need to fix it in all 5 places, and it's easy to miss one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means that logic exists in exactly one place — write once, reuse everywhere, fix once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real, professional codebase is fundamentally just functions calling other functions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bl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Recipe Analogy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bl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in, dish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like a recipe: you give it ingredients (parameters), it follows the same steps every time, and it produces a result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how the kitchen works to use the recipe — you just need to know what to put in, and what comes out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hiding of internal detail is called abstraction — a core idea in real software design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 — Basic Syntax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starts a function definition, followed by a name and parentheses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block underneath only runs when the function is actually called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function does not run it — calling it does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print("Hello!")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nothing happens yet — it's only defined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   # NOW it runs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Hello!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vs. Arguments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used INSIDE the function definition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placeholder — a variable waiting to receive a value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name in def greet(name):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A5473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2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9431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54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value you pass in WHEN CALLING the function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fills the placeholder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"Ahmed" in greet("Ahmed")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vs. print — The Classic Confusion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just displays something on screen — the value is gone once shown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actually hands a value back to whoever called the function, so it can be stored and reused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 only print() cannot have its result saved into a variable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add_v1(a, b):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add_v2(a, b):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add_v1(2, 3)   # prints 5, but result1 is None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add_v2(2, 3)   # nothing printed, but result2 is 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With No Return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function never hits a return statement, it automatically returns None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happened to result1 on the previous slide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print("Hello,", name)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greet("Ahmed")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# None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Parameters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accept as many parameters as it needs, separated by commas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matched to parameters in order, by default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describe_student(name, age, city):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f"{name}, age {age}, from {city}"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print(describe_student("Ahmed", 25, "Karachi"))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"Ahmed, age 25, from Karachi"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Parameter Values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can have a default value, used automatically if the caller doesn't provide one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real-world functions offer sensible behavior out of the box, while still being customizable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calculate_price(price, discount=0.1):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discount)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print(calculate_price(100))          # 90.0 (uses default 10%)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print(calculate_price(100, 0.25))    # 75.0 (overridden)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Arguments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call a function using name=value, instead of relying on argument order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function calls far more readable, especially with many parameters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describe_student(name, age, city):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f"{name}, age {age}, from {city}"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print(describe_student(city="Karachi", name="Ahmed", age=25))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order doesn't matter when you use keyword arguments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Multiple Values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return more than one value at once, separated by commas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quietly packs them into a tuple — the exact tuple unpacking you already know handles the rest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get_min_max(numbers):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min(numbers), max(numbers)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lowest, highest = get_min_max([4, 8, 15, 16, 23])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print(lowest, highest)   # 4 23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Local vs. Global Variables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inside a function is local — it only exists while that function is running, then disappears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outside any function is global — visible everywhere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READ a global variable, but assigning to a variable inside a function makes it local by default, even if a global with the same name exists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# global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show_x():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   # can read the global x just fine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change_x():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5      # this creates a NEW local x — the global x is untouched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change_x()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 # still 10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Mutable Default Argument Trap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famous, real Python gotcha: using a mutable object (like a list) as a default value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is created only ONCE, when the function is defined — not every time it's called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that relies on the default ends up sharing the exact same list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BROKEN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add_item(item, cart=[]):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cart.append(item)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cart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print(add_item("apple"))    # ['apple']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print(add_item("banana"))   # ['apple', 'banana']  &lt;- unexpected!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FIXED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add_item_safe(item, cart=None):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cart is None: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cart = []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cart.append(item)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 — Writing Professional Functions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docstring is a short description written right under def, in triple quotes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professional code is expected to have these — they show up automatically in help() and documentation tools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docstring explains what the function does, its parameters, and what it returns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calculate_price(price, discount=0.1):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Calculate a discounted price.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the original price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discount: fraction to subtract (default 10%)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 the final price after discount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discount)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Calling Other Functions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call another function inside it — this is called composition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are built almost entirely this way: small, focused functions combined into bigger behavior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is_valid_email(email):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"@" in email and email.endswith(".com")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register_user(name, email):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is_valid_email(email):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"Invalid email"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f"Registered {name}"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print(register_user("Ahmed", "ahmed@mail.com"))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icons/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Refactoring Repeated Code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the same logic, copy-pasted three times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price1 = 100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final1 = price1 - (price1 * 0.1)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print(final1)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price2 = 250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final2 = price2 - (price2 * 0.1)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print(final2)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price3 = 80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final3 = price3 - (price3 * 0.1)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print(final3)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function, reused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53796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apply_discount(price, rate=0.1):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- (price * rate)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print(apply_discount(100))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print(apply_discount(250))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print(apply_discount(80))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place to fix a bug,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three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Sorting a Dictionary by Value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can sort a dictionary's items — but it needs to be told WHAT to sort by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helper function tells sorted() exactly that, using its key parameter</a:t>
            </a:r>
            <a:endParaRPr lang="en-US" sz="135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pattern — a helper function plus sorted() — is genuinely used everywhere in real data work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{"Ahmed": 88, "Sara": 92, "Bilal": 79}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get_score(pair):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pair[1]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= sorted(scores.items(), key=get_score, reverse=True)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print(ranked)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C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[('Sara', 92), ('Ahmed', 88), ('Bilal', 79)]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Set — Functions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takes a name and returns a greeting sentence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2724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with a default parameter, and call it both with and without providing that argument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831336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383133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two values at once, and unpack them into two variables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822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453542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trigger the mutable default argument bug, then fix it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239512"/>
            <a:ext cx="384048" cy="384048"/>
          </a:xfrm>
          <a:prstGeom prst="ellipse">
            <a:avLst/>
          </a:prstGeom>
          <a:solidFill>
            <a:srgbClr val="1F514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2296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23951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docstring for one of your own functions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Things You'll Actually Be Asked to Build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toy examples — inventories, deduplication, and reusable validators are real, everyday work.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A: Dictionaries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inventory system: a dictionary of product names to stock counts, then add, update, and remove a few items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664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365699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492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149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664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given a dictionary shaped like a fake API response (nested keys) — extract and print 3 specific nested values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7012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83047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840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78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7012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word-frequency counter on a full paragraph of your choice, then print the 3 most common words using sorted()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B: Sets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lists of email addresses with overlaps — use sets to build one clean, duplicate-free list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664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365699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492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6149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664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lists of user IDs from two different systems — use sets to find which users exist in both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7012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83047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840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78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7012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one list of user IDs — use sets to find which ones are NOT in a second "banned" list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Tasks — Part C: Functions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9" name="Image 1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2483510"/>
            <a:ext cx="281635" cy="2816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reusable is_valid_password(password) function: valid only if 8+ characters and contains a digit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4899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3550310"/>
            <a:ext cx="281635" cy="28163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5082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1"/>
          <p:cNvSpPr/>
          <p:nvPr/>
        </p:nvSpPr>
        <p:spPr>
          <a:xfrm>
            <a:off x="1371600" y="35082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4899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calculate_discount(price, rate=0.1) function, and use it to replace 3 repeated manual calculations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556760"/>
            <a:ext cx="402336" cy="402336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3" descr="icons/checkdou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617110"/>
            <a:ext cx="281635" cy="28163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575048"/>
            <a:ext cx="40233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6E6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1371600" y="4575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5567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piece of your own repeated code from an earlier session, and refactor it into one function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tasks in total — due before our next class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It All Together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combining dictionaries, sets, and functions — genuinely close to real early-career tasks.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1: Contact Book Manager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addres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contacts as a dictionary of dictionaries: {"Ahmed": {"phone": "...", "city": "..."}, ...}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separate functions: add_contact(), find_contact(), remove_contact() — each one operating on the same contacts dictionary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inside find_contact() so looking up a missing name never crashes the program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how small real applications are structured — data plus functions that operate on it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669280"/>
            <a:ext cx="3200400" cy="3200400"/>
          </a:xfrm>
          <a:prstGeom prst="ellipse">
            <a:avLst/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55321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2: Student Grade Analyzer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2C6E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427732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dicts, sets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functions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given a list of dictionaries: [{"name": "Ahmed", "grade": "A"}, {"name": "Sara", "grade": "B"}, ...]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how many students got each grade, as a dictionary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set to find and print the unique grade levels that appear at all</a:t>
            </a:r>
            <a:endParaRPr lang="en-US" sz="16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the names of every student with an "A", using the accumulator pattern from Loops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Sets &amp; Functions  ·  Session 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33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8403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591556" y="73152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88239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 and sets are how real data is actually shaped.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are how real code actually stays maintainable.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advanced functions — *args, **kwargs, lambda, recursion, and closures.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5455</Words>
  <Application>Microsoft Office PowerPoint</Application>
  <PresentationFormat>Widescreen</PresentationFormat>
  <Paragraphs>714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Dictionaries, Sets &amp; Functions — Session 8</dc:title>
  <dc:subject>PptxGenJS Presentation</dc:subject>
  <dc:creator>Course Instructor</dc:creator>
  <cp:lastModifiedBy>Hafiz Waseem Ahmed</cp:lastModifiedBy>
  <cp:revision>1</cp:revision>
  <dcterms:created xsi:type="dcterms:W3CDTF">2026-08-08T08:23:51Z</dcterms:created>
  <dcterms:modified xsi:type="dcterms:W3CDTF">2026-08-15T16:57:49Z</dcterms:modified>
</cp:coreProperties>
</file>