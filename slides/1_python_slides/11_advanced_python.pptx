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Waseem Ahmed" userId="8a6b23c944322495" providerId="LiveId" clId="{E7CEC0E6-1526-4834-A6B2-B1E975D7A869}"/>
    <pc:docChg chg="undo custSel modSld">
      <pc:chgData name="Hafiz Waseem Ahmed" userId="8a6b23c944322495" providerId="LiveId" clId="{E7CEC0E6-1526-4834-A6B2-B1E975D7A869}" dt="2026-08-26T06:40:48.455" v="1" actId="2711"/>
      <pc:docMkLst>
        <pc:docMk/>
      </pc:docMkLst>
      <pc:sldChg chg="modSp mod">
        <pc:chgData name="Hafiz Waseem Ahmed" userId="8a6b23c944322495" providerId="LiveId" clId="{E7CEC0E6-1526-4834-A6B2-B1E975D7A869}" dt="2026-08-26T06:40:48.455" v="1" actId="2711"/>
        <pc:sldMkLst>
          <pc:docMk/>
          <pc:sldMk cId="0" sldId="256"/>
        </pc:sldMkLst>
        <pc:spChg chg="mod">
          <ac:chgData name="Hafiz Waseem Ahmed" userId="8a6b23c944322495" providerId="LiveId" clId="{E7CEC0E6-1526-4834-A6B2-B1E975D7A869}" dt="2026-08-26T06:40:48.455" v="1" actId="2711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81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495544" y="914400"/>
            <a:ext cx="1188720" cy="11887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1097280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Poppins" panose="00000500000000000000" pitchFamily="2" charset="0"/>
              </a:rPr>
              <a:t>Advanced Python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Comprehensions, Generators, map/filter/reduce, Context Managers &amp; Regular Expressions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830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— building lists, dicts, and sets in a single readable line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225856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6"/>
          <p:cNvSpPr/>
          <p:nvPr/>
        </p:nvSpPr>
        <p:spPr>
          <a:xfrm>
            <a:off x="685800" y="2368296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24414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258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— producing values one at a time, without holding everything in memory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57200" y="2916936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9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09981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9169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map(), filter(), and reduce() — the functional-style alternative to comprehensions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57200" y="3575304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2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75818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35753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 — what with is really doing, and how to build your own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457200" y="423367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15"/>
          <p:cNvSpPr/>
          <p:nvPr/>
        </p:nvSpPr>
        <p:spPr>
          <a:xfrm>
            <a:off x="685800" y="4343400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441655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— finding and validating patterns inside text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457200" y="489204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18"/>
          <p:cNvSpPr/>
          <p:nvPr/>
        </p:nvSpPr>
        <p:spPr>
          <a:xfrm>
            <a:off x="685800" y="5001768"/>
            <a:ext cx="347472" cy="347472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5074920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34440" y="48920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and two mini projects combining everything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readable line that replaces a full for-loop for building a list, dict, or set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Comprehension?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one line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comprehension builds a new list, dictionary, or set by describing what each item should be, directly inside the brackets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not a new concept — it’s a more compact, more readable way to write a for-loop that builds up a collection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= [x*x for x in range(5)] reads almost like English: "x times x, for every x in range(5)"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most distinctly "Pythonic" habits — experienced Python code leans on comprehensions constantly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 — The Basic Pattern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always [expression for item in iterable] — expression decides what goes into the new list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loop version and the comprehension version below — they produce exactly the same result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comprehension is a single expression, not a series of statements — it can be used directly wherever a list is needed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loop version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range(5):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squares.append(x * x)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comprehension version — same result, one line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 * x for x in range(5)]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Condition — Filtering While You Build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if at the end filters which items get included — only items where the condition is True make it into the result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replaces a loop with a for AND an if inside it, combining both into the same single line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always comes after the for clause, unlike a ternary if/else, which comes before the for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even squares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evens_squared = [x * x for x in range(10) if x % 2 == 0]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4, 16, 36, 64]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if/else BEFORE the for — a value for every item, not a filter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["even" if x % 2 == 0 else "odd" for x in range(5)]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['even', 'odd', 'even', 'odd', 'even']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Comprehension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works for dictionaries — the pattern becomes {key_expr: value_expr for item in iterable}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extremely common for transforming one dictionary into another, or building a dictionary from two lists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zip() pairs up two sequences item by item — exactly what’s needed to build a dict from separate keys and values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["Ahmed", "Sara", "Ali"]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[25, 22, 28]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= {name: age for name, age in zip(names, ages)}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{'Ahmed': 25, 'Sara': 22, 'Ali': 28}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{"pen": 20, "book": 150, "bag": 800}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discounted = {item: price * 0.9 for item, price in prices.items()}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{'pen': 18.0, 'book': 135.0, 'bag': 720.0}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Comprehension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with no colon build a set instead of a dict — {expr for item in iterable}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comprehension automatically removes duplicates, exactly like any other set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whenever you need unique results and don’t care about order — like collecting every distinct value in a dataset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["apple", "banana", "apple", "cherry", "banana"]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unique_lengths = {len(w) for w in words}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{5, 6}   — duplicate lengths collapsed automatically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first_letters = {w[0].upper() for w in words}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{'A', 'B', 'C'}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Comprehensions — Use Sparingly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read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twice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comprehension can contain another comprehension — most often used to flatten a list of lists into one flat list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 for row in matrix for num in row] reads left to right: for every row in matrix, for every num in that row, keep num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useful, but readability drops fast past two levels — a normal nested loop is often clearer at that point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"would this be clearer written out?" test from lambda applies here too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Comprehensions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list comprehension that returns the cubes of numbers 1 through 10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list comprehension that keeps only the words longer than 4 letters from a sentence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dict comprehension that maps each word in a list to its length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set comprehension that returns every unique vowel found in a sentence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934456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22960" y="5934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93445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a list of lists like [[1,2], [3,4], [5]] into a single flat list using a nested comprehension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never needed to hold the whole result in memory at once?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Generator?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value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time,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is a special kind of function that produces a sequence of values one at a time, instead of building and returning the whole thing at once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function computes everything, then hands it all back with return — a generator pauses after each value, and only continues when asked for the next one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enormously for big or even infinite sequences — you can’t hold "every number forever" in a list, but you can generate them one at a time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hood, this is exactly how range() and file objects already work — you’ve been using generator-like objects since your very first loop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vs. return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containing yield anywhere in its body automatically becomes a generator function — calling it doesn’t run it, it creates a generator object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ends a function immediately and hands back one final value — yield pauses the function, hands back one value, and remembers exactly where it left off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time the generator is asked for a value, execution resumes right after that yield, not from the top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count_up_to(n):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count &lt;= n: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count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pause here, hand back "count"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= count_up_to(3)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print(counter)  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&lt;generator object ...&gt;  — nothing run yet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Pulling Values Out with next()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asks a generator to run until its next yield, and returns that value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next() resumes exactly where the last one paused — the generator remembers its own internal state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there’s nothing left to yield, Python raises StopIteration — this is exactly what a for loop is silently catching for you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count_up_to(n):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count &lt;= n: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count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= count_up_to(3)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next(counter)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next(counter)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next(counter)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next(counter)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StopIteration — nothing left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 in count_up_to(3):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handles next()/StopIteration for you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print(num)       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1, 2, 3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Expressions — Comprehension Syntax, Lazy Result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a list comprehension’s square brackets for parentheses turns it into a generator expression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almost identical to a list comprehension, but produces values lazily instead of building the whole list immediately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fastest way to get generator behavior when you don’t need a full yield-based function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squares_list = [x * x for x in range(1_000_000)]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built NOW, all at once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squares_gen  = (x * x for x in range(1_000_000))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built lazily, one at a time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print(type(squares_gen))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&lt;class 'generator'&gt;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sum(x * x for x in range(1_000_000))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never stores the full list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Evaluation, Visualized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[x*x for x in range(5)]   — a list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78308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7830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5176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26517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52044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5204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912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3891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values computed and held in memory immediately — before you even use one of them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173736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(x*x for x in range(5))   — a generator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5836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5236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4523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32104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83210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18972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91897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058400" y="2377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100584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583680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value exists at a time — the rest aren’t computed until you ask via next()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914400" y="42976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10 million squared numbers holds all 10 million in memory at once. A generator holds exactly one value at a time — the other 9,999,999 simply don’t exist yet.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lazy evaluation — values are produced only the moment they’re actually needed, never before.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Reading a Huge File Line by Line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object is itself already a generator-like object — looping over it never loads the whole file into memory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genuinely massive log file, readlines() could crash a machine — iterating with a generator never will, no matter the file size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"one value at a time" idea, applied to something you’ve already been doing since file handling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read_large_file(filename):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open(filename) as file: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line in file: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one line at a time, never the whole file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line.strip()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read_large_file("huge_log.txt"):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"ERROR" in line: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Generators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function even_numbers(n) that yields every even number from 0 up to 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call next() on it three times, then use a for loop to consume the rest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list comprehension you wrote earlier this session as a generator expression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that yields Fibonacci numbers one at a time, forever — with no upper limit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map(), filter(), and reduce()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different, more functional style for transforming and combining sequences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 — Transform Every Item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map(function, iterable) applies function to every item and returns a lazy map object — wrap it in list() to see all the results at once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can also take more than one iterable at once — the function is called with one item from each, pairwise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map() with lambda already — it works exactly the same with a named function too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list(map(lambda n: n * 2, nums))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4, 6, 8]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 over TWO iterables at once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[10, 20, 30]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sums = list(map(lambda x, y: x + y, a, b))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[11, 22, 33]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filter() — Keep Only What Passes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filter(function, iterable) keeps only the items where function returns True — also lazy, also needs list() to see results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None as the function keeps only the items that are already truthy — a quick way to drop empty strings, zeros, and Nones from a list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is a direct alternative to a list comprehension with just an if clause and no transformation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[0, 1, 2, "", "hello", None, 3, False]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list(filter(lambda n: isinstance(n, int) and n % 2 == 0, nums))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2]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truthy_only = list(filter(None, nums))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'hello', 3]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reduce() — Combine Everything Into One Value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reduce(), from the functools module, repeatedly combines items two at a time until only one value is left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 function of two arguments — the "running total so far" and "the next item" — and keeps folding them together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map() and filter(), reduce() isn’t built in by default — it has to be imported, a deliberate signal that it’s used far less often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reduce(lambda acc, n: acc + n, nums)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  — same as ((1 + 2) + 3) + 4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reduce(lambda acc, n: acc * n, nums)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24   — same as ((1 * 2) * 3) * 4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 vs. map()/filter() — The Pythonic Take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Comprehensions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experienced Python developers reach for a comprehension by default — it’s considered more readable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[x*x for x in nums if x &gt; 0] reads as one clear thought; the equivalent map+filter needs two nested calls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standard, idiomatic choice for transforming and filtering in Python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map()/filter() Still Matter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see them constantly in real, existing codebases — recognizing them fluently matters even if you don’t reach for them first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shine when you already have a named function, and don’t want to wrap it in a comprehension’s syntax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reduce() specifically has no comprehension equivalent — it fills a real, different gap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map(), filter(), reduce()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map() to convert a list of strings into a list of their lengths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filter() to keep only the strings that start with a vowel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reduce() to find the maximum value in a list, without using max()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of the map()/filter() tasks above as a single list comprehension, and compare readability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Managers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used with open(...) for weeks — now let’s see exactly what it’s doing, and build your own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Context Manager?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and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 manager is any object that defines what happens right when a with block starts, and what happens right when it ends — no matter how it ends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open("file") as f: is the context manager you already know — it opens the file on entry, and guarantees it closes on exit, even if an error occurs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guaranteed-cleanup pattern applies to database connections, network sockets, locks in multi-threaded code, and timers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clear "start" and a "must always clean up afterward" shape is a candidate for a context manager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Your Own — __enter__ and __exit__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__enter__ runs when the with block starts — whatever it returns becomes the as variable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__exit__ runs when the block ends, whether it finished normally or an exception was raised inside 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dunder-method pattern from OOP — with is just Python calling these two methods automatically for you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Timer: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__enter__(self):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 time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 = time.time()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__exit__(self, exc_type, exc_value, traceback):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 time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print(f"Took {time.time() - self.start:.4f} seconds")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Timer():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sum(range(1_000_000))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Took 0.0231 seconds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@contextmanager — A Simpler Way to Write One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contextlib’s @contextmanager decorator lets you write a context manager as a single generator function, instead of a full class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before yield runs on entry; code after yield runs on exit — yield itself marks the exact point where the with block’s code runs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cases, this is noticeably less boilerplate than writing __enter__ and __exit__ by hand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contextlib import contextmanager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@contextmanager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timer():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= time.time()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                     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the with block runs here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print(f"Took {time.time() - start:.4f} seconds")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timer():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sum(range(1_000_000))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Context Managers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class-based context manager that prints "Starting..." on entry and "Finished." on exit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same context manager using @contextmanager instead of a class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context manager to wrap a block of code, and confirm the exit message prints even when the block raises an error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mini-language for describing patterns in text — built into Python through the re module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Regular Expression?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pattern,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 string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expression (regex) describes a pattern of text, rather than one exact string — "a digit followed by three letters" instead of "5abc"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you validate formats (emails, phone numbers), search through huge amounts of text, and extract specific pieces from messy strings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built-in re module provides everything needed to work with regex — no installation required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has its own compact syntax that looks unfamiliar at first, but a handful of building blocks cover the vast majority of real use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Functions: search(), match(), findall()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re.search() looks for the pattern anywhere in the string, and returns the first match it finds, or None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re.match() only checks starting at the very beginning of the string — a match anywhere else doesn’t count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re.findall() returns every match in the string as a list, not just the first one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"Contact us at 0300-1234567 or 0321-9876543"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re.search(r"\d{4}-\d{7}", text)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matches "0300-1234567"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re.match(r"Contact", text)  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matches — string starts with it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re.match(r"0300", text)     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None — string doesn't START with it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re.findall(r"\d{4}-\d{7}", text)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['0300-1234567', '0321-9876543']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 — The Patterns You’ll Use Constantly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2079346" cy="489204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1222553" y="2093976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849" y="217627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15768"/>
            <a:ext cx="189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\d  \w  \s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3504" y="3099816"/>
            <a:ext cx="17867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digit, any word character (letter/digit/underscore), any whitespace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56002" y="1508760"/>
            <a:ext cx="2079346" cy="489204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3521354" y="2093976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650" y="217627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47442" y="2715768"/>
            <a:ext cx="189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+  ?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902306" y="3099816"/>
            <a:ext cx="17867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more, 1 or more, and 0 or 1 of whatever came right before it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54803" y="1508760"/>
            <a:ext cx="2079346" cy="489204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1"/>
          <p:cNvSpPr/>
          <p:nvPr/>
        </p:nvSpPr>
        <p:spPr>
          <a:xfrm>
            <a:off x="5820156" y="2093976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452" y="217627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46243" y="2715768"/>
            <a:ext cx="189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{n}  {n,m}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201107" y="3099816"/>
            <a:ext cx="17867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n repeats, or between n and m repeats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53605" y="1508760"/>
            <a:ext cx="2079346" cy="489204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5"/>
          <p:cNvSpPr/>
          <p:nvPr/>
        </p:nvSpPr>
        <p:spPr>
          <a:xfrm>
            <a:off x="8118958" y="2093976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254" y="217627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45045" y="2715768"/>
            <a:ext cx="189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  $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499909" y="3099816"/>
            <a:ext cx="17867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— the very start and the very end of the string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9652406" y="1508760"/>
            <a:ext cx="2079346" cy="489204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19"/>
          <p:cNvSpPr/>
          <p:nvPr/>
        </p:nvSpPr>
        <p:spPr>
          <a:xfrm>
            <a:off x="10417759" y="2093976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055" y="217627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43846" y="2715768"/>
            <a:ext cx="189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 [ ]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9798710" y="3099816"/>
            <a:ext cx="178673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group, and a character class — "any one of these characters"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Pattern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10543032" cy="1188720"/>
          </a:xfrm>
          <a:prstGeom prst="roundRect">
            <a:avLst>
              <a:gd name="adj" fmla="val 9231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1097280" y="192024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r'</a:t>
            </a:r>
            <a:r>
              <a:rPr lang="en-US" sz="30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30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</a:t>
            </a:r>
            <a:r>
              <a:rPr lang="en-US" sz="3000" b="1" dirty="0">
                <a:solidFill>
                  <a:srgbClr val="E88D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{3}</a:t>
            </a:r>
            <a:r>
              <a:rPr lang="en-US" sz="30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30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</a:t>
            </a:r>
            <a:r>
              <a:rPr lang="en-US" sz="3000" b="1" dirty="0">
                <a:solidFill>
                  <a:srgbClr val="E88D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{4}</a:t>
            </a:r>
            <a:r>
              <a:rPr lang="en-US" sz="30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3000" b="1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4290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1051560" y="365760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051560" y="36576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C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4028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group — pulls out just this piece of the match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34290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6492240" y="365760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492240" y="36576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digit, 0–9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6634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1051560" y="489204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1051560" y="48920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D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{3} / {4}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240280" y="4754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that many repeats of what came before it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46634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492240" y="489204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492240" y="48920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80960" y="4754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literal character — matches an actual dash, nothing special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22960" y="6035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matches phone extensions like "123-4567" and captures "123" and "4567" separately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 and re.sub() — Extracting and Replacing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in a pattern create capture groups — .groups() on a match gives you each captured piece separately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re.sub(pattern, replacement, text) finds every match and replaces it — exactly like find-and-replace, but pattern-based instead of exact-text-based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combination — match, capture, replace — is the foundation of most real-world text-cleaning code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= re.search(r"(\d{3})-(\d{4})", "Ext: 123-4567")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match.group()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'123-4567'  — the whole match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match.group(1)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'123'       — first capture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match.group(2)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'4567'      — second capture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re.sub(r"\d", "*", "Call 0300-1234567")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'Call ****-*******'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Validating and Extracting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well-formed regex is the standard way to validate whether input roughly matches an expected format, like an email address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re.fullmatch() requires the ENTIRE string to match, not just some part of it — exactly what validation needs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— fullmatch for validation, findall/sub for extraction and cleanup — covers most real-world text-processing needs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is_valid_email(email):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pattern = r"[\w.]+@[\w]+\.[a-z]{2,}"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bool(re.fullmatch(pattern, email))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is_valid_email("ahmed@example.com")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is_valid_email("not-an-email")      </a:t>
            </a:r>
            <a:r>
              <a:rPr lang="en-US" sz="1250" dirty="0">
                <a:solidFill>
                  <a:srgbClr val="7C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False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Regular Expressions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regex that finds every number inside a sentence, using re.findall()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regex that validates a Pakistani-style phone number in the format 03XX-XXXXXXX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re.sub() to replace every vowel in a sentence with an asterisk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capture group to extract just the domain name from an email address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Things You’ll Actually Be Asked to Build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toy examples — lazy pipelines, safe resource handling, and pattern validation are everyday, real-world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A: Comprehensions &amp; Generators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product dictionaries, use a dict comprehension to build {name: price} for every product under 1000.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function batch(iterable, size) that yields successive chunks of a given size from a list.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for-loop you wrote in an earlier session as either a comprehension or a generator expression, whichever fits better.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B: map/filter/reduce &amp; Context Managers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reduce() to concatenate a list of strings into one, separated by commas, without using .join().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class-based context manager that opens a file, and automatically writes a "closed at [time]" log line on exit.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map() and filter() together to get the uppercase versions of every word longer than 3 letters in a sentence.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C: Regular Expressions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extracts every hashtag (e.g. #python) from a block of social media text using re.findall().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password_strength(password) function using regex to check for at least one digit, one uppercase letter, and a minimum length.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re.sub() to normalize messy whitespace in a paragraph — collapse multiple spaces into exactly one.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All Together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combining comprehensions, generators, functional tools, context managers, and regex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1: Log File Analyzer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managers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function that reads a log file line by line, never loading the whole file into memory at once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regex to extract the timestamp, severity level, and message from each line, based on a consistent log format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context manager to time the entire analysis and guarantee the file is properly closed, even on error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count of ERROR vs WARNING vs INFO lines using a dict comprehension over the results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2: Sales Data Pipeline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map/filter/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reduce, combined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sale dictionaries, use a list comprehension to filter only sales above a certain amount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map() to apply a tax calculation across every remaining sale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reduce() to compute the total revenue in a single fold, without a manual loop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real data-cleaning and reporting pipelines are structured before reaching for a library like pandas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 ·  Session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Comprehensions, generators, functional tools, context managers, and regex are the difference between code that works and code that reads like a professional wrote it.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Git &amp; GitHub, in depth — branches, merging, pull requests, and resolving conflicts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4851</Words>
  <Application>Microsoft Office PowerPoint</Application>
  <PresentationFormat>Widescreen</PresentationFormat>
  <Paragraphs>544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Hafiz Waseem Ahmed</cp:lastModifiedBy>
  <cp:revision>1</cp:revision>
  <dcterms:created xsi:type="dcterms:W3CDTF">2026-08-15T02:59:21Z</dcterms:created>
  <dcterms:modified xsi:type="dcterms:W3CDTF">2026-08-26T06:40:49Z</dcterms:modified>
</cp:coreProperties>
</file>